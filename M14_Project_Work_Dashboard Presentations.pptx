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handoutMasterIdLst>
    <p:handoutMasterId r:id="rId24"/>
  </p:handoutMasterIdLst>
  <p:sldIdLst>
    <p:sldId id="256" r:id="rId5"/>
    <p:sldId id="289" r:id="rId6"/>
    <p:sldId id="343" r:id="rId7"/>
    <p:sldId id="311" r:id="rId8"/>
    <p:sldId id="342" r:id="rId9"/>
    <p:sldId id="344" r:id="rId10"/>
    <p:sldId id="340" r:id="rId11"/>
    <p:sldId id="351" r:id="rId12"/>
    <p:sldId id="346" r:id="rId13"/>
    <p:sldId id="348" r:id="rId14"/>
    <p:sldId id="345" r:id="rId15"/>
    <p:sldId id="353" r:id="rId16"/>
    <p:sldId id="349" r:id="rId17"/>
    <p:sldId id="350" r:id="rId18"/>
    <p:sldId id="341" r:id="rId19"/>
    <p:sldId id="323" r:id="rId20"/>
    <p:sldId id="338" r:id="rId21"/>
    <p:sldId id="28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3BFD51-7E23-41FE-927F-F3C599A89AE5}" v="67" dt="2025-04-22T22:24:50.0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52" autoAdjust="0"/>
  </p:normalViewPr>
  <p:slideViewPr>
    <p:cSldViewPr snapToGrid="0" showGuides="1">
      <p:cViewPr>
        <p:scale>
          <a:sx n="83" d="100"/>
          <a:sy n="83" d="100"/>
        </p:scale>
        <p:origin x="691" y="192"/>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kithemba Nkomo [student]" userId="86136daf-e49a-4e73-94f9-5f5e7d01c202" providerId="ADAL" clId="{FD461593-A034-48B1-BF4F-B9842699BA8D}"/>
    <pc:docChg chg="undo redo custSel addSld delSld modSld sldOrd">
      <pc:chgData name="Bekithemba Nkomo [student]" userId="86136daf-e49a-4e73-94f9-5f5e7d01c202" providerId="ADAL" clId="{FD461593-A034-48B1-BF4F-B9842699BA8D}" dt="2025-03-10T04:31:47.935" v="1117" actId="27636"/>
      <pc:docMkLst>
        <pc:docMk/>
      </pc:docMkLst>
      <pc:sldChg chg="modSp mod">
        <pc:chgData name="Bekithemba Nkomo [student]" userId="86136daf-e49a-4e73-94f9-5f5e7d01c202" providerId="ADAL" clId="{FD461593-A034-48B1-BF4F-B9842699BA8D}" dt="2025-03-10T03:40:43.353" v="981" actId="404"/>
        <pc:sldMkLst>
          <pc:docMk/>
          <pc:sldMk cId="0" sldId="291"/>
        </pc:sldMkLst>
      </pc:sldChg>
      <pc:sldChg chg="modSp mod ord">
        <pc:chgData name="Bekithemba Nkomo [student]" userId="86136daf-e49a-4e73-94f9-5f5e7d01c202" providerId="ADAL" clId="{FD461593-A034-48B1-BF4F-B9842699BA8D}" dt="2025-03-10T03:25:57.887" v="913" actId="2711"/>
        <pc:sldMkLst>
          <pc:docMk/>
          <pc:sldMk cId="0" sldId="293"/>
        </pc:sldMkLst>
      </pc:sldChg>
      <pc:sldChg chg="modSp del mod">
        <pc:chgData name="Bekithemba Nkomo [student]" userId="86136daf-e49a-4e73-94f9-5f5e7d01c202" providerId="ADAL" clId="{FD461593-A034-48B1-BF4F-B9842699BA8D}" dt="2025-03-10T03:52:27.328" v="1041" actId="2696"/>
        <pc:sldMkLst>
          <pc:docMk/>
          <pc:sldMk cId="0" sldId="294"/>
        </pc:sldMkLst>
      </pc:sldChg>
      <pc:sldChg chg="addSp modSp mod">
        <pc:chgData name="Bekithemba Nkomo [student]" userId="86136daf-e49a-4e73-94f9-5f5e7d01c202" providerId="ADAL" clId="{FD461593-A034-48B1-BF4F-B9842699BA8D}" dt="2025-03-10T03:23:24.876" v="818" actId="20577"/>
        <pc:sldMkLst>
          <pc:docMk/>
          <pc:sldMk cId="0" sldId="295"/>
        </pc:sldMkLst>
      </pc:sldChg>
      <pc:sldChg chg="modSp mod">
        <pc:chgData name="Bekithemba Nkomo [student]" userId="86136daf-e49a-4e73-94f9-5f5e7d01c202" providerId="ADAL" clId="{FD461593-A034-48B1-BF4F-B9842699BA8D}" dt="2025-03-10T03:26:46.798" v="916" actId="2711"/>
        <pc:sldMkLst>
          <pc:docMk/>
          <pc:sldMk cId="0" sldId="296"/>
        </pc:sldMkLst>
      </pc:sldChg>
      <pc:sldChg chg="del ord">
        <pc:chgData name="Bekithemba Nkomo [student]" userId="86136daf-e49a-4e73-94f9-5f5e7d01c202" providerId="ADAL" clId="{FD461593-A034-48B1-BF4F-B9842699BA8D}" dt="2025-03-10T02:49:16.663" v="426" actId="47"/>
        <pc:sldMkLst>
          <pc:docMk/>
          <pc:sldMk cId="0" sldId="297"/>
        </pc:sldMkLst>
      </pc:sldChg>
      <pc:sldChg chg="modSp mod">
        <pc:chgData name="Bekithemba Nkomo [student]" userId="86136daf-e49a-4e73-94f9-5f5e7d01c202" providerId="ADAL" clId="{FD461593-A034-48B1-BF4F-B9842699BA8D}" dt="2025-03-10T03:51:38.688" v="1040" actId="20577"/>
        <pc:sldMkLst>
          <pc:docMk/>
          <pc:sldMk cId="0" sldId="303"/>
        </pc:sldMkLst>
      </pc:sldChg>
      <pc:sldChg chg="del">
        <pc:chgData name="Bekithemba Nkomo [student]" userId="86136daf-e49a-4e73-94f9-5f5e7d01c202" providerId="ADAL" clId="{FD461593-A034-48B1-BF4F-B9842699BA8D}" dt="2025-03-10T02:35:45.331" v="263" actId="47"/>
        <pc:sldMkLst>
          <pc:docMk/>
          <pc:sldMk cId="0" sldId="304"/>
        </pc:sldMkLst>
      </pc:sldChg>
      <pc:sldChg chg="modSp del mod">
        <pc:chgData name="Bekithemba Nkomo [student]" userId="86136daf-e49a-4e73-94f9-5f5e7d01c202" providerId="ADAL" clId="{FD461593-A034-48B1-BF4F-B9842699BA8D}" dt="2025-03-10T03:57:58.379" v="1096" actId="2696"/>
        <pc:sldMkLst>
          <pc:docMk/>
          <pc:sldMk cId="0" sldId="307"/>
        </pc:sldMkLst>
      </pc:sldChg>
      <pc:sldChg chg="addSp delSp modSp mod">
        <pc:chgData name="Bekithemba Nkomo [student]" userId="86136daf-e49a-4e73-94f9-5f5e7d01c202" providerId="ADAL" clId="{FD461593-A034-48B1-BF4F-B9842699BA8D}" dt="2025-03-10T02:48:15.086" v="420" actId="20577"/>
        <pc:sldMkLst>
          <pc:docMk/>
          <pc:sldMk cId="0" sldId="308"/>
        </pc:sldMkLst>
      </pc:sldChg>
      <pc:sldChg chg="modSp mod">
        <pc:chgData name="Bekithemba Nkomo [student]" userId="86136daf-e49a-4e73-94f9-5f5e7d01c202" providerId="ADAL" clId="{FD461593-A034-48B1-BF4F-B9842699BA8D}" dt="2025-03-10T03:26:33.566" v="915" actId="2711"/>
        <pc:sldMkLst>
          <pc:docMk/>
          <pc:sldMk cId="0" sldId="310"/>
        </pc:sldMkLst>
      </pc:sldChg>
      <pc:sldChg chg="modSp mod">
        <pc:chgData name="Bekithemba Nkomo [student]" userId="86136daf-e49a-4e73-94f9-5f5e7d01c202" providerId="ADAL" clId="{FD461593-A034-48B1-BF4F-B9842699BA8D}" dt="2025-03-10T03:24:52.658" v="912" actId="20577"/>
        <pc:sldMkLst>
          <pc:docMk/>
          <pc:sldMk cId="0" sldId="311"/>
        </pc:sldMkLst>
      </pc:sldChg>
      <pc:sldChg chg="addSp delSp modSp mod">
        <pc:chgData name="Bekithemba Nkomo [student]" userId="86136daf-e49a-4e73-94f9-5f5e7d01c202" providerId="ADAL" clId="{FD461593-A034-48B1-BF4F-B9842699BA8D}" dt="2025-03-10T02:24:00.730" v="179" actId="1076"/>
        <pc:sldMkLst>
          <pc:docMk/>
          <pc:sldMk cId="433882480" sldId="312"/>
        </pc:sldMkLst>
      </pc:sldChg>
      <pc:sldChg chg="addSp modSp del">
        <pc:chgData name="Bekithemba Nkomo [student]" userId="86136daf-e49a-4e73-94f9-5f5e7d01c202" providerId="ADAL" clId="{FD461593-A034-48B1-BF4F-B9842699BA8D}" dt="2025-03-10T03:59:08.348" v="1099" actId="47"/>
        <pc:sldMkLst>
          <pc:docMk/>
          <pc:sldMk cId="2668742454" sldId="314"/>
        </pc:sldMkLst>
      </pc:sldChg>
      <pc:sldChg chg="addSp modSp">
        <pc:chgData name="Bekithemba Nkomo [student]" userId="86136daf-e49a-4e73-94f9-5f5e7d01c202" providerId="ADAL" clId="{FD461593-A034-48B1-BF4F-B9842699BA8D}" dt="2025-03-10T04:29:22.326" v="1101"/>
        <pc:sldMkLst>
          <pc:docMk/>
          <pc:sldMk cId="2354696400" sldId="315"/>
        </pc:sldMkLst>
      </pc:sldChg>
      <pc:sldChg chg="del">
        <pc:chgData name="Bekithemba Nkomo [student]" userId="86136daf-e49a-4e73-94f9-5f5e7d01c202" providerId="ADAL" clId="{FD461593-A034-48B1-BF4F-B9842699BA8D}" dt="2025-03-10T03:52:49.914" v="1042" actId="47"/>
        <pc:sldMkLst>
          <pc:docMk/>
          <pc:sldMk cId="1856789732" sldId="316"/>
        </pc:sldMkLst>
      </pc:sldChg>
      <pc:sldChg chg="modSp mod ord">
        <pc:chgData name="Bekithemba Nkomo [student]" userId="86136daf-e49a-4e73-94f9-5f5e7d01c202" providerId="ADAL" clId="{FD461593-A034-48B1-BF4F-B9842699BA8D}" dt="2025-03-10T03:10:22.270" v="695" actId="2711"/>
        <pc:sldMkLst>
          <pc:docMk/>
          <pc:sldMk cId="3669947015" sldId="317"/>
        </pc:sldMkLst>
      </pc:sldChg>
      <pc:sldChg chg="del">
        <pc:chgData name="Bekithemba Nkomo [student]" userId="86136daf-e49a-4e73-94f9-5f5e7d01c202" providerId="ADAL" clId="{FD461593-A034-48B1-BF4F-B9842699BA8D}" dt="2025-03-10T02:48:37.367" v="425" actId="47"/>
        <pc:sldMkLst>
          <pc:docMk/>
          <pc:sldMk cId="2950405604" sldId="318"/>
        </pc:sldMkLst>
      </pc:sldChg>
      <pc:sldChg chg="modSp add mod ord">
        <pc:chgData name="Bekithemba Nkomo [student]" userId="86136daf-e49a-4e73-94f9-5f5e7d01c202" providerId="ADAL" clId="{FD461593-A034-48B1-BF4F-B9842699BA8D}" dt="2025-03-10T02:30:08.823" v="258" actId="113"/>
        <pc:sldMkLst>
          <pc:docMk/>
          <pc:sldMk cId="1576201583" sldId="319"/>
        </pc:sldMkLst>
      </pc:sldChg>
      <pc:sldChg chg="addSp delSp modSp add mod ord setBg">
        <pc:chgData name="Bekithemba Nkomo [student]" userId="86136daf-e49a-4e73-94f9-5f5e7d01c202" providerId="ADAL" clId="{FD461593-A034-48B1-BF4F-B9842699BA8D}" dt="2025-03-10T03:23:37.556" v="823" actId="14100"/>
        <pc:sldMkLst>
          <pc:docMk/>
          <pc:sldMk cId="0" sldId="320"/>
        </pc:sldMkLst>
      </pc:sldChg>
      <pc:sldChg chg="modSp add mod ord setBg">
        <pc:chgData name="Bekithemba Nkomo [student]" userId="86136daf-e49a-4e73-94f9-5f5e7d01c202" providerId="ADAL" clId="{FD461593-A034-48B1-BF4F-B9842699BA8D}" dt="2025-03-10T03:22:19.075" v="801" actId="14100"/>
        <pc:sldMkLst>
          <pc:docMk/>
          <pc:sldMk cId="0" sldId="321"/>
        </pc:sldMkLst>
      </pc:sldChg>
      <pc:sldChg chg="addSp delSp modSp add mod">
        <pc:chgData name="Bekithemba Nkomo [student]" userId="86136daf-e49a-4e73-94f9-5f5e7d01c202" providerId="ADAL" clId="{FD461593-A034-48B1-BF4F-B9842699BA8D}" dt="2025-03-10T03:23:06.140" v="814" actId="1076"/>
        <pc:sldMkLst>
          <pc:docMk/>
          <pc:sldMk cId="3464775110" sldId="322"/>
        </pc:sldMkLst>
      </pc:sldChg>
      <pc:sldChg chg="modSp add mod ord">
        <pc:chgData name="Bekithemba Nkomo [student]" userId="86136daf-e49a-4e73-94f9-5f5e7d01c202" providerId="ADAL" clId="{FD461593-A034-48B1-BF4F-B9842699BA8D}" dt="2025-03-10T03:50:48.493" v="1023" actId="113"/>
        <pc:sldMkLst>
          <pc:docMk/>
          <pc:sldMk cId="3539802345" sldId="323"/>
        </pc:sldMkLst>
        <pc:spChg chg="mod">
          <ac:chgData name="Bekithemba Nkomo [student]" userId="86136daf-e49a-4e73-94f9-5f5e7d01c202" providerId="ADAL" clId="{FD461593-A034-48B1-BF4F-B9842699BA8D}" dt="2025-03-10T03:50:48.493" v="1023" actId="113"/>
          <ac:spMkLst>
            <pc:docMk/>
            <pc:sldMk cId="3539802345" sldId="323"/>
            <ac:spMk id="10" creationId="{C4148CFF-948C-A314-BE6D-14657A6393D4}"/>
          </ac:spMkLst>
        </pc:spChg>
      </pc:sldChg>
      <pc:sldChg chg="modSp add mod ord">
        <pc:chgData name="Bekithemba Nkomo [student]" userId="86136daf-e49a-4e73-94f9-5f5e7d01c202" providerId="ADAL" clId="{FD461593-A034-48B1-BF4F-B9842699BA8D}" dt="2025-03-10T04:31:47.935" v="1117" actId="27636"/>
        <pc:sldMkLst>
          <pc:docMk/>
          <pc:sldMk cId="3697688835" sldId="324"/>
        </pc:sldMkLst>
      </pc:sldChg>
      <pc:sldChg chg="addSp delSp modSp add mod ord">
        <pc:chgData name="Bekithemba Nkomo [student]" userId="86136daf-e49a-4e73-94f9-5f5e7d01c202" providerId="ADAL" clId="{FD461593-A034-48B1-BF4F-B9842699BA8D}" dt="2025-03-10T04:30:58.143" v="1115" actId="1076"/>
        <pc:sldMkLst>
          <pc:docMk/>
          <pc:sldMk cId="3275207337" sldId="325"/>
        </pc:sldMkLst>
      </pc:sldChg>
    </pc:docChg>
  </pc:docChgLst>
  <pc:docChgLst>
    <pc:chgData name="Bekithemba Nkomo [student]" userId="86136daf-e49a-4e73-94f9-5f5e7d01c202" providerId="ADAL" clId="{FD37E069-DB1E-40BC-A5F9-C76A1B4E159A}"/>
    <pc:docChg chg="undo redo custSel addSld delSld modSld sldOrd">
      <pc:chgData name="Bekithemba Nkomo [student]" userId="86136daf-e49a-4e73-94f9-5f5e7d01c202" providerId="ADAL" clId="{FD37E069-DB1E-40BC-A5F9-C76A1B4E159A}" dt="2025-03-16T23:03:59.344" v="1338" actId="20577"/>
      <pc:docMkLst>
        <pc:docMk/>
      </pc:docMkLst>
      <pc:sldChg chg="addSp delSp modSp mod">
        <pc:chgData name="Bekithemba Nkomo [student]" userId="86136daf-e49a-4e73-94f9-5f5e7d01c202" providerId="ADAL" clId="{FD37E069-DB1E-40BC-A5F9-C76A1B4E159A}" dt="2025-03-16T22:23:56.491" v="1208" actId="688"/>
        <pc:sldMkLst>
          <pc:docMk/>
          <pc:sldMk cId="0" sldId="256"/>
        </pc:sldMkLst>
        <pc:spChg chg="mod">
          <ac:chgData name="Bekithemba Nkomo [student]" userId="86136daf-e49a-4e73-94f9-5f5e7d01c202" providerId="ADAL" clId="{FD37E069-DB1E-40BC-A5F9-C76A1B4E159A}" dt="2025-03-16T22:23:56.491" v="1208" actId="688"/>
          <ac:spMkLst>
            <pc:docMk/>
            <pc:sldMk cId="0" sldId="256"/>
            <ac:spMk id="8" creationId="{00000000-0000-0000-0000-000000000000}"/>
          </ac:spMkLst>
        </pc:spChg>
        <pc:spChg chg="mod">
          <ac:chgData name="Bekithemba Nkomo [student]" userId="86136daf-e49a-4e73-94f9-5f5e7d01c202" providerId="ADAL" clId="{FD37E069-DB1E-40BC-A5F9-C76A1B4E159A}" dt="2025-03-16T22:23:56.491" v="1208" actId="688"/>
          <ac:spMkLst>
            <pc:docMk/>
            <pc:sldMk cId="0" sldId="256"/>
            <ac:spMk id="9" creationId="{00000000-0000-0000-0000-000000000000}"/>
          </ac:spMkLst>
        </pc:spChg>
        <pc:grpChg chg="mod">
          <ac:chgData name="Bekithemba Nkomo [student]" userId="86136daf-e49a-4e73-94f9-5f5e7d01c202" providerId="ADAL" clId="{FD37E069-DB1E-40BC-A5F9-C76A1B4E159A}" dt="2025-03-16T22:23:56.491" v="1208" actId="688"/>
          <ac:grpSpMkLst>
            <pc:docMk/>
            <pc:sldMk cId="0" sldId="256"/>
            <ac:grpSpMk id="7" creationId="{00000000-0000-0000-0000-000000000000}"/>
          </ac:grpSpMkLst>
        </pc:grpChg>
      </pc:sldChg>
      <pc:sldChg chg="delSp modSp mod">
        <pc:chgData name="Bekithemba Nkomo [student]" userId="86136daf-e49a-4e73-94f9-5f5e7d01c202" providerId="ADAL" clId="{FD37E069-DB1E-40BC-A5F9-C76A1B4E159A}" dt="2025-03-16T20:03:30.264" v="1147" actId="20577"/>
        <pc:sldMkLst>
          <pc:docMk/>
          <pc:sldMk cId="0" sldId="289"/>
        </pc:sldMkLst>
        <pc:spChg chg="mod">
          <ac:chgData name="Bekithemba Nkomo [student]" userId="86136daf-e49a-4e73-94f9-5f5e7d01c202" providerId="ADAL" clId="{FD37E069-DB1E-40BC-A5F9-C76A1B4E159A}" dt="2025-03-16T20:03:30.264" v="1147" actId="20577"/>
          <ac:spMkLst>
            <pc:docMk/>
            <pc:sldMk cId="0" sldId="289"/>
            <ac:spMk id="3" creationId="{00000000-0000-0000-0000-000000000000}"/>
          </ac:spMkLst>
        </pc:spChg>
        <pc:spChg chg="mod">
          <ac:chgData name="Bekithemba Nkomo [student]" userId="86136daf-e49a-4e73-94f9-5f5e7d01c202" providerId="ADAL" clId="{FD37E069-DB1E-40BC-A5F9-C76A1B4E159A}" dt="2025-03-16T20:03:27.433" v="1146" actId="14100"/>
          <ac:spMkLst>
            <pc:docMk/>
            <pc:sldMk cId="0" sldId="289"/>
            <ac:spMk id="11" creationId="{00000000-0000-0000-0000-000000000000}"/>
          </ac:spMkLst>
        </pc:spChg>
      </pc:sldChg>
      <pc:sldChg chg="modSp mod ord">
        <pc:chgData name="Bekithemba Nkomo [student]" userId="86136daf-e49a-4e73-94f9-5f5e7d01c202" providerId="ADAL" clId="{FD37E069-DB1E-40BC-A5F9-C76A1B4E159A}" dt="2025-03-16T19:55:05.379" v="1048" actId="20577"/>
        <pc:sldMkLst>
          <pc:docMk/>
          <pc:sldMk cId="0" sldId="295"/>
        </pc:sldMkLst>
      </pc:sldChg>
      <pc:sldChg chg="modSp mod">
        <pc:chgData name="Bekithemba Nkomo [student]" userId="86136daf-e49a-4e73-94f9-5f5e7d01c202" providerId="ADAL" clId="{FD37E069-DB1E-40BC-A5F9-C76A1B4E159A}" dt="2025-03-16T19:58:31.074" v="1105" actId="404"/>
        <pc:sldMkLst>
          <pc:docMk/>
          <pc:sldMk cId="0" sldId="296"/>
        </pc:sldMkLst>
      </pc:sldChg>
      <pc:sldChg chg="delSp modSp mod">
        <pc:chgData name="Bekithemba Nkomo [student]" userId="86136daf-e49a-4e73-94f9-5f5e7d01c202" providerId="ADAL" clId="{FD37E069-DB1E-40BC-A5F9-C76A1B4E159A}" dt="2025-03-16T20:04:49.193" v="1160" actId="14100"/>
        <pc:sldMkLst>
          <pc:docMk/>
          <pc:sldMk cId="0" sldId="303"/>
        </pc:sldMkLst>
      </pc:sldChg>
      <pc:sldChg chg="delSp modSp mod">
        <pc:chgData name="Bekithemba Nkomo [student]" userId="86136daf-e49a-4e73-94f9-5f5e7d01c202" providerId="ADAL" clId="{FD37E069-DB1E-40BC-A5F9-C76A1B4E159A}" dt="2025-03-16T19:43:00.401" v="628" actId="478"/>
        <pc:sldMkLst>
          <pc:docMk/>
          <pc:sldMk cId="0" sldId="308"/>
        </pc:sldMkLst>
      </pc:sldChg>
      <pc:sldChg chg="modSp mod">
        <pc:chgData name="Bekithemba Nkomo [student]" userId="86136daf-e49a-4e73-94f9-5f5e7d01c202" providerId="ADAL" clId="{FD37E069-DB1E-40BC-A5F9-C76A1B4E159A}" dt="2025-03-16T19:59:35.761" v="1129" actId="404"/>
        <pc:sldMkLst>
          <pc:docMk/>
          <pc:sldMk cId="0" sldId="310"/>
        </pc:sldMkLst>
      </pc:sldChg>
      <pc:sldChg chg="modSp mod">
        <pc:chgData name="Bekithemba Nkomo [student]" userId="86136daf-e49a-4e73-94f9-5f5e7d01c202" providerId="ADAL" clId="{FD37E069-DB1E-40BC-A5F9-C76A1B4E159A}" dt="2025-03-16T19:24:05.977" v="8" actId="20577"/>
        <pc:sldMkLst>
          <pc:docMk/>
          <pc:sldMk cId="0" sldId="311"/>
        </pc:sldMkLst>
      </pc:sldChg>
      <pc:sldChg chg="addSp delSp modSp mod">
        <pc:chgData name="Bekithemba Nkomo [student]" userId="86136daf-e49a-4e73-94f9-5f5e7d01c202" providerId="ADAL" clId="{FD37E069-DB1E-40BC-A5F9-C76A1B4E159A}" dt="2025-03-16T20:05:18.332" v="1165" actId="1076"/>
        <pc:sldMkLst>
          <pc:docMk/>
          <pc:sldMk cId="433882480" sldId="312"/>
        </pc:sldMkLst>
      </pc:sldChg>
      <pc:sldChg chg="modSp mod ord">
        <pc:chgData name="Bekithemba Nkomo [student]" userId="86136daf-e49a-4e73-94f9-5f5e7d01c202" providerId="ADAL" clId="{FD37E069-DB1E-40BC-A5F9-C76A1B4E159A}" dt="2025-03-16T23:03:59.344" v="1338" actId="20577"/>
        <pc:sldMkLst>
          <pc:docMk/>
          <pc:sldMk cId="2354696400" sldId="315"/>
        </pc:sldMkLst>
      </pc:sldChg>
      <pc:sldChg chg="del">
        <pc:chgData name="Bekithemba Nkomo [student]" userId="86136daf-e49a-4e73-94f9-5f5e7d01c202" providerId="ADAL" clId="{FD37E069-DB1E-40BC-A5F9-C76A1B4E159A}" dt="2025-03-16T19:43:16.058" v="629" actId="47"/>
        <pc:sldMkLst>
          <pc:docMk/>
          <pc:sldMk cId="3669947015" sldId="317"/>
        </pc:sldMkLst>
      </pc:sldChg>
      <pc:sldChg chg="del">
        <pc:chgData name="Bekithemba Nkomo [student]" userId="86136daf-e49a-4e73-94f9-5f5e7d01c202" providerId="ADAL" clId="{FD37E069-DB1E-40BC-A5F9-C76A1B4E159A}" dt="2025-03-16T19:26:21.135" v="28" actId="47"/>
        <pc:sldMkLst>
          <pc:docMk/>
          <pc:sldMk cId="1576201583" sldId="319"/>
        </pc:sldMkLst>
      </pc:sldChg>
      <pc:sldChg chg="addSp delSp modSp mod">
        <pc:chgData name="Bekithemba Nkomo [student]" userId="86136daf-e49a-4e73-94f9-5f5e7d01c202" providerId="ADAL" clId="{FD37E069-DB1E-40BC-A5F9-C76A1B4E159A}" dt="2025-03-16T22:56:36.847" v="1251" actId="1076"/>
        <pc:sldMkLst>
          <pc:docMk/>
          <pc:sldMk cId="0" sldId="320"/>
        </pc:sldMkLst>
      </pc:sldChg>
      <pc:sldChg chg="del">
        <pc:chgData name="Bekithemba Nkomo [student]" userId="86136daf-e49a-4e73-94f9-5f5e7d01c202" providerId="ADAL" clId="{FD37E069-DB1E-40BC-A5F9-C76A1B4E159A}" dt="2025-03-16T19:29:39.703" v="37" actId="47"/>
        <pc:sldMkLst>
          <pc:docMk/>
          <pc:sldMk cId="0" sldId="321"/>
        </pc:sldMkLst>
      </pc:sldChg>
      <pc:sldChg chg="addSp delSp modSp mod">
        <pc:chgData name="Bekithemba Nkomo [student]" userId="86136daf-e49a-4e73-94f9-5f5e7d01c202" providerId="ADAL" clId="{FD37E069-DB1E-40BC-A5F9-C76A1B4E159A}" dt="2025-03-16T22:40:04.268" v="1236" actId="14100"/>
        <pc:sldMkLst>
          <pc:docMk/>
          <pc:sldMk cId="3464775110" sldId="322"/>
        </pc:sldMkLst>
      </pc:sldChg>
      <pc:sldChg chg="modSp mod">
        <pc:chgData name="Bekithemba Nkomo [student]" userId="86136daf-e49a-4e73-94f9-5f5e7d01c202" providerId="ADAL" clId="{FD37E069-DB1E-40BC-A5F9-C76A1B4E159A}" dt="2025-03-16T19:26:36.325" v="29" actId="20577"/>
        <pc:sldMkLst>
          <pc:docMk/>
          <pc:sldMk cId="3539802345" sldId="323"/>
        </pc:sldMkLst>
        <pc:spChg chg="mod">
          <ac:chgData name="Bekithemba Nkomo [student]" userId="86136daf-e49a-4e73-94f9-5f5e7d01c202" providerId="ADAL" clId="{FD37E069-DB1E-40BC-A5F9-C76A1B4E159A}" dt="2025-03-16T19:26:36.325" v="29" actId="20577"/>
          <ac:spMkLst>
            <pc:docMk/>
            <pc:sldMk cId="3539802345" sldId="323"/>
            <ac:spMk id="10" creationId="{C4148CFF-948C-A314-BE6D-14657A6393D4}"/>
          </ac:spMkLst>
        </pc:spChg>
      </pc:sldChg>
      <pc:sldChg chg="modSp mod ord">
        <pc:chgData name="Bekithemba Nkomo [student]" userId="86136daf-e49a-4e73-94f9-5f5e7d01c202" providerId="ADAL" clId="{FD37E069-DB1E-40BC-A5F9-C76A1B4E159A}" dt="2025-03-16T19:52:03.738" v="955" actId="27636"/>
        <pc:sldMkLst>
          <pc:docMk/>
          <pc:sldMk cId="3697688835" sldId="324"/>
        </pc:sldMkLst>
      </pc:sldChg>
      <pc:sldChg chg="delSp modSp mod">
        <pc:chgData name="Bekithemba Nkomo [student]" userId="86136daf-e49a-4e73-94f9-5f5e7d01c202" providerId="ADAL" clId="{FD37E069-DB1E-40BC-A5F9-C76A1B4E159A}" dt="2025-03-16T22:58:33.906" v="1268" actId="1076"/>
        <pc:sldMkLst>
          <pc:docMk/>
          <pc:sldMk cId="3275207337" sldId="325"/>
        </pc:sldMkLst>
      </pc:sldChg>
      <pc:sldChg chg="modSp add mod ord">
        <pc:chgData name="Bekithemba Nkomo [student]" userId="86136daf-e49a-4e73-94f9-5f5e7d01c202" providerId="ADAL" clId="{FD37E069-DB1E-40BC-A5F9-C76A1B4E159A}" dt="2025-03-16T19:52:30.989" v="961" actId="404"/>
        <pc:sldMkLst>
          <pc:docMk/>
          <pc:sldMk cId="1870677666" sldId="326"/>
        </pc:sldMkLst>
      </pc:sldChg>
      <pc:sldChg chg="addSp delSp modSp add mod ord">
        <pc:chgData name="Bekithemba Nkomo [student]" userId="86136daf-e49a-4e73-94f9-5f5e7d01c202" providerId="ADAL" clId="{FD37E069-DB1E-40BC-A5F9-C76A1B4E159A}" dt="2025-03-16T23:02:22.330" v="1309" actId="1076"/>
        <pc:sldMkLst>
          <pc:docMk/>
          <pc:sldMk cId="1644432178" sldId="327"/>
        </pc:sldMkLst>
      </pc:sldChg>
      <pc:sldChg chg="modSp add mod ord">
        <pc:chgData name="Bekithemba Nkomo [student]" userId="86136daf-e49a-4e73-94f9-5f5e7d01c202" providerId="ADAL" clId="{FD37E069-DB1E-40BC-A5F9-C76A1B4E159A}" dt="2025-03-16T22:58:43.508" v="1270" actId="20577"/>
        <pc:sldMkLst>
          <pc:docMk/>
          <pc:sldMk cId="3632893582" sldId="328"/>
        </pc:sldMkLst>
      </pc:sldChg>
    </pc:docChg>
  </pc:docChgLst>
  <pc:docChgLst>
    <pc:chgData name="Bekithemba Nkomo [student]" userId="86136daf-e49a-4e73-94f9-5f5e7d01c202" providerId="ADAL" clId="{6D3BFD51-7E23-41FE-927F-F3C599A89AE5}"/>
    <pc:docChg chg="undo redo custSel addSld delSld modSld sldOrd">
      <pc:chgData name="Bekithemba Nkomo [student]" userId="86136daf-e49a-4e73-94f9-5f5e7d01c202" providerId="ADAL" clId="{6D3BFD51-7E23-41FE-927F-F3C599A89AE5}" dt="2025-04-22T22:24:50.056" v="3780" actId="1076"/>
      <pc:docMkLst>
        <pc:docMk/>
      </pc:docMkLst>
      <pc:sldChg chg="addSp delSp modSp mod">
        <pc:chgData name="Bekithemba Nkomo [student]" userId="86136daf-e49a-4e73-94f9-5f5e7d01c202" providerId="ADAL" clId="{6D3BFD51-7E23-41FE-927F-F3C599A89AE5}" dt="2025-04-22T22:24:50.056" v="3780" actId="1076"/>
        <pc:sldMkLst>
          <pc:docMk/>
          <pc:sldMk cId="0" sldId="256"/>
        </pc:sldMkLst>
        <pc:spChg chg="mod">
          <ac:chgData name="Bekithemba Nkomo [student]" userId="86136daf-e49a-4e73-94f9-5f5e7d01c202" providerId="ADAL" clId="{6D3BFD51-7E23-41FE-927F-F3C599A89AE5}" dt="2025-04-22T19:50:26.248" v="3364" actId="207"/>
          <ac:spMkLst>
            <pc:docMk/>
            <pc:sldMk cId="0" sldId="256"/>
            <ac:spMk id="3" creationId="{00000000-0000-0000-0000-000000000000}"/>
          </ac:spMkLst>
        </pc:spChg>
        <pc:spChg chg="add del mod">
          <ac:chgData name="Bekithemba Nkomo [student]" userId="86136daf-e49a-4e73-94f9-5f5e7d01c202" providerId="ADAL" clId="{6D3BFD51-7E23-41FE-927F-F3C599A89AE5}" dt="2025-04-22T19:57:10.771" v="3419" actId="478"/>
          <ac:spMkLst>
            <pc:docMk/>
            <pc:sldMk cId="0" sldId="256"/>
            <ac:spMk id="4" creationId="{79BE3383-D755-8C3D-D8B1-287FC63C372B}"/>
          </ac:spMkLst>
        </pc:spChg>
        <pc:spChg chg="mod">
          <ac:chgData name="Bekithemba Nkomo [student]" userId="86136daf-e49a-4e73-94f9-5f5e7d01c202" providerId="ADAL" clId="{6D3BFD51-7E23-41FE-927F-F3C599A89AE5}" dt="2025-04-22T22:24:50.056" v="3780" actId="1076"/>
          <ac:spMkLst>
            <pc:docMk/>
            <pc:sldMk cId="0" sldId="256"/>
            <ac:spMk id="8" creationId="{00000000-0000-0000-0000-000000000000}"/>
          </ac:spMkLst>
        </pc:spChg>
        <pc:spChg chg="mod">
          <ac:chgData name="Bekithemba Nkomo [student]" userId="86136daf-e49a-4e73-94f9-5f5e7d01c202" providerId="ADAL" clId="{6D3BFD51-7E23-41FE-927F-F3C599A89AE5}" dt="2025-04-22T22:24:50.056" v="3780" actId="1076"/>
          <ac:spMkLst>
            <pc:docMk/>
            <pc:sldMk cId="0" sldId="256"/>
            <ac:spMk id="9" creationId="{00000000-0000-0000-0000-000000000000}"/>
          </ac:spMkLst>
        </pc:spChg>
        <pc:spChg chg="mod">
          <ac:chgData name="Bekithemba Nkomo [student]" userId="86136daf-e49a-4e73-94f9-5f5e7d01c202" providerId="ADAL" clId="{6D3BFD51-7E23-41FE-927F-F3C599A89AE5}" dt="2025-04-22T22:24:28.532" v="3779" actId="1076"/>
          <ac:spMkLst>
            <pc:docMk/>
            <pc:sldMk cId="0" sldId="256"/>
            <ac:spMk id="11" creationId="{00000000-0000-0000-0000-000000000000}"/>
          </ac:spMkLst>
        </pc:spChg>
        <pc:grpChg chg="mod">
          <ac:chgData name="Bekithemba Nkomo [student]" userId="86136daf-e49a-4e73-94f9-5f5e7d01c202" providerId="ADAL" clId="{6D3BFD51-7E23-41FE-927F-F3C599A89AE5}" dt="2025-04-22T22:24:50.056" v="3780" actId="1076"/>
          <ac:grpSpMkLst>
            <pc:docMk/>
            <pc:sldMk cId="0" sldId="256"/>
            <ac:grpSpMk id="7" creationId="{00000000-0000-0000-0000-000000000000}"/>
          </ac:grpSpMkLst>
        </pc:grpChg>
      </pc:sldChg>
      <pc:sldChg chg="modSp mod">
        <pc:chgData name="Bekithemba Nkomo [student]" userId="86136daf-e49a-4e73-94f9-5f5e7d01c202" providerId="ADAL" clId="{6D3BFD51-7E23-41FE-927F-F3C599A89AE5}" dt="2025-04-22T21:24:15.234" v="3596" actId="2711"/>
        <pc:sldMkLst>
          <pc:docMk/>
          <pc:sldMk cId="0" sldId="289"/>
        </pc:sldMkLst>
        <pc:spChg chg="mod">
          <ac:chgData name="Bekithemba Nkomo [student]" userId="86136daf-e49a-4e73-94f9-5f5e7d01c202" providerId="ADAL" clId="{6D3BFD51-7E23-41FE-927F-F3C599A89AE5}" dt="2025-04-22T20:08:45.341" v="3505" actId="20577"/>
          <ac:spMkLst>
            <pc:docMk/>
            <pc:sldMk cId="0" sldId="289"/>
            <ac:spMk id="3" creationId="{00000000-0000-0000-0000-000000000000}"/>
          </ac:spMkLst>
        </pc:spChg>
        <pc:spChg chg="mod">
          <ac:chgData name="Bekithemba Nkomo [student]" userId="86136daf-e49a-4e73-94f9-5f5e7d01c202" providerId="ADAL" clId="{6D3BFD51-7E23-41FE-927F-F3C599A89AE5}" dt="2025-04-22T21:24:15.234" v="3596" actId="2711"/>
          <ac:spMkLst>
            <pc:docMk/>
            <pc:sldMk cId="0" sldId="289"/>
            <ac:spMk id="11" creationId="{00000000-0000-0000-0000-000000000000}"/>
          </ac:spMkLst>
        </pc:spChg>
      </pc:sldChg>
      <pc:sldChg chg="del">
        <pc:chgData name="Bekithemba Nkomo [student]" userId="86136daf-e49a-4e73-94f9-5f5e7d01c202" providerId="ADAL" clId="{6D3BFD51-7E23-41FE-927F-F3C599A89AE5}" dt="2025-03-17T00:23:05.974" v="516" actId="47"/>
        <pc:sldMkLst>
          <pc:docMk/>
          <pc:sldMk cId="0" sldId="291"/>
        </pc:sldMkLst>
      </pc:sldChg>
      <pc:sldChg chg="del">
        <pc:chgData name="Bekithemba Nkomo [student]" userId="86136daf-e49a-4e73-94f9-5f5e7d01c202" providerId="ADAL" clId="{6D3BFD51-7E23-41FE-927F-F3C599A89AE5}" dt="2025-03-17T00:23:03.544" v="515" actId="47"/>
        <pc:sldMkLst>
          <pc:docMk/>
          <pc:sldMk cId="0" sldId="292"/>
        </pc:sldMkLst>
      </pc:sldChg>
      <pc:sldChg chg="addSp delSp modSp del mod">
        <pc:chgData name="Bekithemba Nkomo [student]" userId="86136daf-e49a-4e73-94f9-5f5e7d01c202" providerId="ADAL" clId="{6D3BFD51-7E23-41FE-927F-F3C599A89AE5}" dt="2025-04-19T22:52:48.759" v="1133" actId="47"/>
        <pc:sldMkLst>
          <pc:docMk/>
          <pc:sldMk cId="0" sldId="293"/>
        </pc:sldMkLst>
      </pc:sldChg>
      <pc:sldChg chg="del">
        <pc:chgData name="Bekithemba Nkomo [student]" userId="86136daf-e49a-4e73-94f9-5f5e7d01c202" providerId="ADAL" clId="{6D3BFD51-7E23-41FE-927F-F3C599A89AE5}" dt="2025-03-17T00:23:41.605" v="529" actId="47"/>
        <pc:sldMkLst>
          <pc:docMk/>
          <pc:sldMk cId="0" sldId="295"/>
        </pc:sldMkLst>
      </pc:sldChg>
      <pc:sldChg chg="del">
        <pc:chgData name="Bekithemba Nkomo [student]" userId="86136daf-e49a-4e73-94f9-5f5e7d01c202" providerId="ADAL" clId="{6D3BFD51-7E23-41FE-927F-F3C599A89AE5}" dt="2025-03-17T00:23:31.838" v="524" actId="47"/>
        <pc:sldMkLst>
          <pc:docMk/>
          <pc:sldMk cId="0" sldId="296"/>
        </pc:sldMkLst>
      </pc:sldChg>
      <pc:sldChg chg="del">
        <pc:chgData name="Bekithemba Nkomo [student]" userId="86136daf-e49a-4e73-94f9-5f5e7d01c202" providerId="ADAL" clId="{6D3BFD51-7E23-41FE-927F-F3C599A89AE5}" dt="2025-03-17T00:23:00.432" v="514" actId="47"/>
        <pc:sldMkLst>
          <pc:docMk/>
          <pc:sldMk cId="0" sldId="303"/>
        </pc:sldMkLst>
      </pc:sldChg>
      <pc:sldChg chg="del">
        <pc:chgData name="Bekithemba Nkomo [student]" userId="86136daf-e49a-4e73-94f9-5f5e7d01c202" providerId="ADAL" clId="{6D3BFD51-7E23-41FE-927F-F3C599A89AE5}" dt="2025-03-17T00:23:33.487" v="525" actId="47"/>
        <pc:sldMkLst>
          <pc:docMk/>
          <pc:sldMk cId="0" sldId="305"/>
        </pc:sldMkLst>
      </pc:sldChg>
      <pc:sldChg chg="del">
        <pc:chgData name="Bekithemba Nkomo [student]" userId="86136daf-e49a-4e73-94f9-5f5e7d01c202" providerId="ADAL" clId="{6D3BFD51-7E23-41FE-927F-F3C599A89AE5}" dt="2025-03-17T00:23:35.867" v="527" actId="47"/>
        <pc:sldMkLst>
          <pc:docMk/>
          <pc:sldMk cId="0" sldId="308"/>
        </pc:sldMkLst>
      </pc:sldChg>
      <pc:sldChg chg="del">
        <pc:chgData name="Bekithemba Nkomo [student]" userId="86136daf-e49a-4e73-94f9-5f5e7d01c202" providerId="ADAL" clId="{6D3BFD51-7E23-41FE-927F-F3C599A89AE5}" dt="2025-03-17T00:23:29.553" v="523" actId="47"/>
        <pc:sldMkLst>
          <pc:docMk/>
          <pc:sldMk cId="0" sldId="309"/>
        </pc:sldMkLst>
      </pc:sldChg>
      <pc:sldChg chg="del">
        <pc:chgData name="Bekithemba Nkomo [student]" userId="86136daf-e49a-4e73-94f9-5f5e7d01c202" providerId="ADAL" clId="{6D3BFD51-7E23-41FE-927F-F3C599A89AE5}" dt="2025-03-17T00:23:27.967" v="522" actId="47"/>
        <pc:sldMkLst>
          <pc:docMk/>
          <pc:sldMk cId="0" sldId="310"/>
        </pc:sldMkLst>
      </pc:sldChg>
      <pc:sldChg chg="addSp delSp modSp mod modClrScheme chgLayout">
        <pc:chgData name="Bekithemba Nkomo [student]" userId="86136daf-e49a-4e73-94f9-5f5e7d01c202" providerId="ADAL" clId="{6D3BFD51-7E23-41FE-927F-F3C599A89AE5}" dt="2025-04-22T21:28:15.028" v="3602"/>
        <pc:sldMkLst>
          <pc:docMk/>
          <pc:sldMk cId="0" sldId="311"/>
        </pc:sldMkLst>
        <pc:spChg chg="add mod">
          <ac:chgData name="Bekithemba Nkomo [student]" userId="86136daf-e49a-4e73-94f9-5f5e7d01c202" providerId="ADAL" clId="{6D3BFD51-7E23-41FE-927F-F3C599A89AE5}" dt="2025-04-22T03:02:20.880" v="3214" actId="403"/>
          <ac:spMkLst>
            <pc:docMk/>
            <pc:sldMk cId="0" sldId="311"/>
            <ac:spMk id="8" creationId="{B663482E-216B-B97C-F823-0FF1D8BE40F5}"/>
          </ac:spMkLst>
        </pc:spChg>
        <pc:spChg chg="add mod">
          <ac:chgData name="Bekithemba Nkomo [student]" userId="86136daf-e49a-4e73-94f9-5f5e7d01c202" providerId="ADAL" clId="{6D3BFD51-7E23-41FE-927F-F3C599A89AE5}" dt="2025-04-22T21:28:15.028" v="3602"/>
          <ac:spMkLst>
            <pc:docMk/>
            <pc:sldMk cId="0" sldId="311"/>
            <ac:spMk id="10" creationId="{EC7C49FB-6905-112A-0119-FA8DC2D42B6D}"/>
          </ac:spMkLst>
        </pc:spChg>
        <pc:picChg chg="add mod">
          <ac:chgData name="Bekithemba Nkomo [student]" userId="86136daf-e49a-4e73-94f9-5f5e7d01c202" providerId="ADAL" clId="{6D3BFD51-7E23-41FE-927F-F3C599A89AE5}" dt="2025-03-16T23:37:46.354" v="30" actId="26606"/>
          <ac:picMkLst>
            <pc:docMk/>
            <pc:sldMk cId="0" sldId="311"/>
            <ac:picMk id="3" creationId="{2E470EAB-CFF9-C76B-0F0B-96755482EFD1}"/>
          </ac:picMkLst>
        </pc:picChg>
      </pc:sldChg>
      <pc:sldChg chg="del">
        <pc:chgData name="Bekithemba Nkomo [student]" userId="86136daf-e49a-4e73-94f9-5f5e7d01c202" providerId="ADAL" clId="{6D3BFD51-7E23-41FE-927F-F3C599A89AE5}" dt="2025-03-17T00:23:08.730" v="517" actId="47"/>
        <pc:sldMkLst>
          <pc:docMk/>
          <pc:sldMk cId="433882480" sldId="312"/>
        </pc:sldMkLst>
      </pc:sldChg>
      <pc:sldChg chg="del">
        <pc:chgData name="Bekithemba Nkomo [student]" userId="86136daf-e49a-4e73-94f9-5f5e7d01c202" providerId="ADAL" clId="{6D3BFD51-7E23-41FE-927F-F3C599A89AE5}" dt="2025-03-17T00:23:16.008" v="518" actId="47"/>
        <pc:sldMkLst>
          <pc:docMk/>
          <pc:sldMk cId="2354696400" sldId="315"/>
        </pc:sldMkLst>
      </pc:sldChg>
      <pc:sldChg chg="del">
        <pc:chgData name="Bekithemba Nkomo [student]" userId="86136daf-e49a-4e73-94f9-5f5e7d01c202" providerId="ADAL" clId="{6D3BFD51-7E23-41FE-927F-F3C599A89AE5}" dt="2025-03-17T00:23:39.139" v="528" actId="47"/>
        <pc:sldMkLst>
          <pc:docMk/>
          <pc:sldMk cId="0" sldId="320"/>
        </pc:sldMkLst>
      </pc:sldChg>
      <pc:sldChg chg="del">
        <pc:chgData name="Bekithemba Nkomo [student]" userId="86136daf-e49a-4e73-94f9-5f5e7d01c202" providerId="ADAL" clId="{6D3BFD51-7E23-41FE-927F-F3C599A89AE5}" dt="2025-03-17T00:23:44.294" v="530" actId="47"/>
        <pc:sldMkLst>
          <pc:docMk/>
          <pc:sldMk cId="3464775110" sldId="322"/>
        </pc:sldMkLst>
      </pc:sldChg>
      <pc:sldChg chg="modSp mod ord">
        <pc:chgData name="Bekithemba Nkomo [student]" userId="86136daf-e49a-4e73-94f9-5f5e7d01c202" providerId="ADAL" clId="{6D3BFD51-7E23-41FE-927F-F3C599A89AE5}" dt="2025-04-22T20:22:13.668" v="3588" actId="27636"/>
        <pc:sldMkLst>
          <pc:docMk/>
          <pc:sldMk cId="3539802345" sldId="323"/>
        </pc:sldMkLst>
        <pc:spChg chg="mod">
          <ac:chgData name="Bekithemba Nkomo [student]" userId="86136daf-e49a-4e73-94f9-5f5e7d01c202" providerId="ADAL" clId="{6D3BFD51-7E23-41FE-927F-F3C599A89AE5}" dt="2025-04-22T20:22:13.668" v="3588" actId="27636"/>
          <ac:spMkLst>
            <pc:docMk/>
            <pc:sldMk cId="3539802345" sldId="323"/>
            <ac:spMk id="10" creationId="{C4148CFF-948C-A314-BE6D-14657A6393D4}"/>
          </ac:spMkLst>
        </pc:spChg>
        <pc:picChg chg="mod">
          <ac:chgData name="Bekithemba Nkomo [student]" userId="86136daf-e49a-4e73-94f9-5f5e7d01c202" providerId="ADAL" clId="{6D3BFD51-7E23-41FE-927F-F3C599A89AE5}" dt="2025-03-17T00:20:22.517" v="499" actId="14100"/>
          <ac:picMkLst>
            <pc:docMk/>
            <pc:sldMk cId="3539802345" sldId="323"/>
            <ac:picMk id="20" creationId="{CF972093-2ADD-BFCB-536E-373B0B1FEB91}"/>
          </ac:picMkLst>
        </pc:picChg>
      </pc:sldChg>
      <pc:sldChg chg="del">
        <pc:chgData name="Bekithemba Nkomo [student]" userId="86136daf-e49a-4e73-94f9-5f5e7d01c202" providerId="ADAL" clId="{6D3BFD51-7E23-41FE-927F-F3C599A89AE5}" dt="2025-03-17T00:23:34.328" v="526" actId="47"/>
        <pc:sldMkLst>
          <pc:docMk/>
          <pc:sldMk cId="3697688835" sldId="324"/>
        </pc:sldMkLst>
      </pc:sldChg>
      <pc:sldChg chg="del">
        <pc:chgData name="Bekithemba Nkomo [student]" userId="86136daf-e49a-4e73-94f9-5f5e7d01c202" providerId="ADAL" clId="{6D3BFD51-7E23-41FE-927F-F3C599A89AE5}" dt="2025-03-17T00:23:46.555" v="531" actId="47"/>
        <pc:sldMkLst>
          <pc:docMk/>
          <pc:sldMk cId="3275207337" sldId="325"/>
        </pc:sldMkLst>
      </pc:sldChg>
      <pc:sldChg chg="del">
        <pc:chgData name="Bekithemba Nkomo [student]" userId="86136daf-e49a-4e73-94f9-5f5e7d01c202" providerId="ADAL" clId="{6D3BFD51-7E23-41FE-927F-F3C599A89AE5}" dt="2025-03-17T00:23:24.918" v="521" actId="47"/>
        <pc:sldMkLst>
          <pc:docMk/>
          <pc:sldMk cId="1870677666" sldId="326"/>
        </pc:sldMkLst>
      </pc:sldChg>
      <pc:sldChg chg="del">
        <pc:chgData name="Bekithemba Nkomo [student]" userId="86136daf-e49a-4e73-94f9-5f5e7d01c202" providerId="ADAL" clId="{6D3BFD51-7E23-41FE-927F-F3C599A89AE5}" dt="2025-03-17T00:23:18.945" v="519" actId="47"/>
        <pc:sldMkLst>
          <pc:docMk/>
          <pc:sldMk cId="1644432178" sldId="327"/>
        </pc:sldMkLst>
      </pc:sldChg>
      <pc:sldChg chg="del">
        <pc:chgData name="Bekithemba Nkomo [student]" userId="86136daf-e49a-4e73-94f9-5f5e7d01c202" providerId="ADAL" clId="{6D3BFD51-7E23-41FE-927F-F3C599A89AE5}" dt="2025-03-17T00:23:22.133" v="520" actId="47"/>
        <pc:sldMkLst>
          <pc:docMk/>
          <pc:sldMk cId="3632893582" sldId="328"/>
        </pc:sldMkLst>
      </pc:sldChg>
      <pc:sldChg chg="addSp delSp modSp add del mod">
        <pc:chgData name="Bekithemba Nkomo [student]" userId="86136daf-e49a-4e73-94f9-5f5e7d01c202" providerId="ADAL" clId="{6D3BFD51-7E23-41FE-927F-F3C599A89AE5}" dt="2025-04-19T22:52:51.983" v="1134" actId="47"/>
        <pc:sldMkLst>
          <pc:docMk/>
          <pc:sldMk cId="398511272" sldId="329"/>
        </pc:sldMkLst>
      </pc:sldChg>
      <pc:sldChg chg="addSp delSp modSp add del mod ord">
        <pc:chgData name="Bekithemba Nkomo [student]" userId="86136daf-e49a-4e73-94f9-5f5e7d01c202" providerId="ADAL" clId="{6D3BFD51-7E23-41FE-927F-F3C599A89AE5}" dt="2025-04-19T22:52:53.758" v="1136" actId="47"/>
        <pc:sldMkLst>
          <pc:docMk/>
          <pc:sldMk cId="2309329601" sldId="330"/>
        </pc:sldMkLst>
      </pc:sldChg>
      <pc:sldChg chg="addSp delSp modSp add del mod">
        <pc:chgData name="Bekithemba Nkomo [student]" userId="86136daf-e49a-4e73-94f9-5f5e7d01c202" providerId="ADAL" clId="{6D3BFD51-7E23-41FE-927F-F3C599A89AE5}" dt="2025-04-19T22:52:54.536" v="1137" actId="47"/>
        <pc:sldMkLst>
          <pc:docMk/>
          <pc:sldMk cId="2610918652" sldId="331"/>
        </pc:sldMkLst>
      </pc:sldChg>
      <pc:sldChg chg="addSp delSp modSp add del mod">
        <pc:chgData name="Bekithemba Nkomo [student]" userId="86136daf-e49a-4e73-94f9-5f5e7d01c202" providerId="ADAL" clId="{6D3BFD51-7E23-41FE-927F-F3C599A89AE5}" dt="2025-04-19T22:52:55.269" v="1138" actId="47"/>
        <pc:sldMkLst>
          <pc:docMk/>
          <pc:sldMk cId="753524032" sldId="332"/>
        </pc:sldMkLst>
      </pc:sldChg>
      <pc:sldChg chg="addSp delSp modSp add del mod">
        <pc:chgData name="Bekithemba Nkomo [student]" userId="86136daf-e49a-4e73-94f9-5f5e7d01c202" providerId="ADAL" clId="{6D3BFD51-7E23-41FE-927F-F3C599A89AE5}" dt="2025-04-19T22:53:00.580" v="1139" actId="47"/>
        <pc:sldMkLst>
          <pc:docMk/>
          <pc:sldMk cId="994264200" sldId="333"/>
        </pc:sldMkLst>
      </pc:sldChg>
      <pc:sldChg chg="addSp delSp modSp add del mod">
        <pc:chgData name="Bekithemba Nkomo [student]" userId="86136daf-e49a-4e73-94f9-5f5e7d01c202" providerId="ADAL" clId="{6D3BFD51-7E23-41FE-927F-F3C599A89AE5}" dt="2025-04-19T22:53:01.986" v="1140" actId="47"/>
        <pc:sldMkLst>
          <pc:docMk/>
          <pc:sldMk cId="2748637759" sldId="334"/>
        </pc:sldMkLst>
      </pc:sldChg>
      <pc:sldChg chg="addSp delSp modSp add del mod">
        <pc:chgData name="Bekithemba Nkomo [student]" userId="86136daf-e49a-4e73-94f9-5f5e7d01c202" providerId="ADAL" clId="{6D3BFD51-7E23-41FE-927F-F3C599A89AE5}" dt="2025-03-17T00:14:54.032" v="436" actId="47"/>
        <pc:sldMkLst>
          <pc:docMk/>
          <pc:sldMk cId="728447107" sldId="335"/>
        </pc:sldMkLst>
      </pc:sldChg>
      <pc:sldChg chg="addSp delSp modSp add del mod ord">
        <pc:chgData name="Bekithemba Nkomo [student]" userId="86136daf-e49a-4e73-94f9-5f5e7d01c202" providerId="ADAL" clId="{6D3BFD51-7E23-41FE-927F-F3C599A89AE5}" dt="2025-04-19T22:53:02.861" v="1141" actId="47"/>
        <pc:sldMkLst>
          <pc:docMk/>
          <pc:sldMk cId="2198524103" sldId="335"/>
        </pc:sldMkLst>
      </pc:sldChg>
      <pc:sldChg chg="addSp delSp modSp add del mod">
        <pc:chgData name="Bekithemba Nkomo [student]" userId="86136daf-e49a-4e73-94f9-5f5e7d01c202" providerId="ADAL" clId="{6D3BFD51-7E23-41FE-927F-F3C599A89AE5}" dt="2025-04-19T22:53:06.100" v="1142" actId="47"/>
        <pc:sldMkLst>
          <pc:docMk/>
          <pc:sldMk cId="737806123" sldId="336"/>
        </pc:sldMkLst>
      </pc:sldChg>
      <pc:sldChg chg="add del">
        <pc:chgData name="Bekithemba Nkomo [student]" userId="86136daf-e49a-4e73-94f9-5f5e7d01c202" providerId="ADAL" clId="{6D3BFD51-7E23-41FE-927F-F3C599A89AE5}" dt="2025-03-17T00:22:57.689" v="513" actId="47"/>
        <pc:sldMkLst>
          <pc:docMk/>
          <pc:sldMk cId="173503373" sldId="337"/>
        </pc:sldMkLst>
      </pc:sldChg>
      <pc:sldChg chg="modSp add mod ord">
        <pc:chgData name="Bekithemba Nkomo [student]" userId="86136daf-e49a-4e73-94f9-5f5e7d01c202" providerId="ADAL" clId="{6D3BFD51-7E23-41FE-927F-F3C599A89AE5}" dt="2025-04-22T22:05:34.841" v="3770" actId="20577"/>
        <pc:sldMkLst>
          <pc:docMk/>
          <pc:sldMk cId="78393403" sldId="338"/>
        </pc:sldMkLst>
        <pc:spChg chg="mod">
          <ac:chgData name="Bekithemba Nkomo [student]" userId="86136daf-e49a-4e73-94f9-5f5e7d01c202" providerId="ADAL" clId="{6D3BFD51-7E23-41FE-927F-F3C599A89AE5}" dt="2025-04-22T22:05:34.841" v="3770" actId="20577"/>
          <ac:spMkLst>
            <pc:docMk/>
            <pc:sldMk cId="78393403" sldId="338"/>
            <ac:spMk id="10" creationId="{8168E54A-5B7E-4268-A173-EA7ABCCEDB3F}"/>
          </ac:spMkLst>
        </pc:spChg>
        <pc:picChg chg="mod">
          <ac:chgData name="Bekithemba Nkomo [student]" userId="86136daf-e49a-4e73-94f9-5f5e7d01c202" providerId="ADAL" clId="{6D3BFD51-7E23-41FE-927F-F3C599A89AE5}" dt="2025-03-17T00:22:06.267" v="512" actId="1076"/>
          <ac:picMkLst>
            <pc:docMk/>
            <pc:sldMk cId="78393403" sldId="338"/>
            <ac:picMk id="20" creationId="{C1599F3F-242A-FF7F-1AD4-D202689A16D7}"/>
          </ac:picMkLst>
        </pc:picChg>
      </pc:sldChg>
      <pc:sldChg chg="addSp delSp modSp add del mod">
        <pc:chgData name="Bekithemba Nkomo [student]" userId="86136daf-e49a-4e73-94f9-5f5e7d01c202" providerId="ADAL" clId="{6D3BFD51-7E23-41FE-927F-F3C599A89AE5}" dt="2025-04-19T22:52:53.064" v="1135" actId="47"/>
        <pc:sldMkLst>
          <pc:docMk/>
          <pc:sldMk cId="2891238624" sldId="339"/>
        </pc:sldMkLst>
      </pc:sldChg>
      <pc:sldChg chg="addSp delSp modSp add mod">
        <pc:chgData name="Bekithemba Nkomo [student]" userId="86136daf-e49a-4e73-94f9-5f5e7d01c202" providerId="ADAL" clId="{6D3BFD51-7E23-41FE-927F-F3C599A89AE5}" dt="2025-04-22T21:38:39.553" v="3604" actId="27636"/>
        <pc:sldMkLst>
          <pc:docMk/>
          <pc:sldMk cId="231017774" sldId="340"/>
        </pc:sldMkLst>
        <pc:spChg chg="mod">
          <ac:chgData name="Bekithemba Nkomo [student]" userId="86136daf-e49a-4e73-94f9-5f5e7d01c202" providerId="ADAL" clId="{6D3BFD51-7E23-41FE-927F-F3C599A89AE5}" dt="2025-04-22T21:38:39.553" v="3604" actId="27636"/>
          <ac:spMkLst>
            <pc:docMk/>
            <pc:sldMk cId="231017774" sldId="340"/>
            <ac:spMk id="10" creationId="{D334189A-5A96-0F56-F5D5-7CE627B240F9}"/>
          </ac:spMkLst>
        </pc:spChg>
        <pc:picChg chg="add del mod">
          <ac:chgData name="Bekithemba Nkomo [student]" userId="86136daf-e49a-4e73-94f9-5f5e7d01c202" providerId="ADAL" clId="{6D3BFD51-7E23-41FE-927F-F3C599A89AE5}" dt="2025-04-21T01:21:35.876" v="1478" actId="478"/>
          <ac:picMkLst>
            <pc:docMk/>
            <pc:sldMk cId="231017774" sldId="340"/>
            <ac:picMk id="2" creationId="{5429D987-849F-6236-44A2-FAD00BA05996}"/>
          </ac:picMkLst>
        </pc:picChg>
        <pc:picChg chg="add del mod">
          <ac:chgData name="Bekithemba Nkomo [student]" userId="86136daf-e49a-4e73-94f9-5f5e7d01c202" providerId="ADAL" clId="{6D3BFD51-7E23-41FE-927F-F3C599A89AE5}" dt="2025-04-21T01:28:25.339" v="1520" actId="478"/>
          <ac:picMkLst>
            <pc:docMk/>
            <pc:sldMk cId="231017774" sldId="340"/>
            <ac:picMk id="4" creationId="{8DAF1E4D-0068-FFA7-A4C3-6B1A08E3FF5C}"/>
          </ac:picMkLst>
        </pc:picChg>
        <pc:picChg chg="add del mod">
          <ac:chgData name="Bekithemba Nkomo [student]" userId="86136daf-e49a-4e73-94f9-5f5e7d01c202" providerId="ADAL" clId="{6D3BFD51-7E23-41FE-927F-F3C599A89AE5}" dt="2025-04-21T01:28:23.669" v="1519" actId="478"/>
          <ac:picMkLst>
            <pc:docMk/>
            <pc:sldMk cId="231017774" sldId="340"/>
            <ac:picMk id="5" creationId="{5F2DA826-6F20-1935-5580-3DED0CD83A2F}"/>
          </ac:picMkLst>
        </pc:picChg>
        <pc:picChg chg="add mod">
          <ac:chgData name="Bekithemba Nkomo [student]" userId="86136daf-e49a-4e73-94f9-5f5e7d01c202" providerId="ADAL" clId="{6D3BFD51-7E23-41FE-927F-F3C599A89AE5}" dt="2025-04-22T03:08:28.666" v="3250" actId="1076"/>
          <ac:picMkLst>
            <pc:docMk/>
            <pc:sldMk cId="231017774" sldId="340"/>
            <ac:picMk id="7" creationId="{037260EE-8CE4-8640-E653-21B1E60DAA07}"/>
          </ac:picMkLst>
        </pc:picChg>
        <pc:picChg chg="add mod">
          <ac:chgData name="Bekithemba Nkomo [student]" userId="86136daf-e49a-4e73-94f9-5f5e7d01c202" providerId="ADAL" clId="{6D3BFD51-7E23-41FE-927F-F3C599A89AE5}" dt="2025-04-22T03:08:25.635" v="3249" actId="1076"/>
          <ac:picMkLst>
            <pc:docMk/>
            <pc:sldMk cId="231017774" sldId="340"/>
            <ac:picMk id="9" creationId="{91465916-5BF8-5ADA-E766-85ECD94C8853}"/>
          </ac:picMkLst>
        </pc:picChg>
        <pc:picChg chg="add mod">
          <ac:chgData name="Bekithemba Nkomo [student]" userId="86136daf-e49a-4e73-94f9-5f5e7d01c202" providerId="ADAL" clId="{6D3BFD51-7E23-41FE-927F-F3C599A89AE5}" dt="2025-04-22T03:08:20.384" v="3247" actId="1076"/>
          <ac:picMkLst>
            <pc:docMk/>
            <pc:sldMk cId="231017774" sldId="340"/>
            <ac:picMk id="12" creationId="{AC4386BF-A508-6972-70F8-464C74E08D4D}"/>
          </ac:picMkLst>
        </pc:picChg>
        <pc:picChg chg="add mod">
          <ac:chgData name="Bekithemba Nkomo [student]" userId="86136daf-e49a-4e73-94f9-5f5e7d01c202" providerId="ADAL" clId="{6D3BFD51-7E23-41FE-927F-F3C599A89AE5}" dt="2025-04-22T03:08:23.384" v="3248" actId="1076"/>
          <ac:picMkLst>
            <pc:docMk/>
            <pc:sldMk cId="231017774" sldId="340"/>
            <ac:picMk id="14" creationId="{95E715F2-32AD-FEC6-1CA4-6F30A93DB2A0}"/>
          </ac:picMkLst>
        </pc:picChg>
      </pc:sldChg>
      <pc:sldChg chg="modSp add mod ord">
        <pc:chgData name="Bekithemba Nkomo [student]" userId="86136daf-e49a-4e73-94f9-5f5e7d01c202" providerId="ADAL" clId="{6D3BFD51-7E23-41FE-927F-F3C599A89AE5}" dt="2025-04-22T22:04:04.774" v="3742" actId="20577"/>
        <pc:sldMkLst>
          <pc:docMk/>
          <pc:sldMk cId="3236752215" sldId="341"/>
        </pc:sldMkLst>
        <pc:spChg chg="mod">
          <ac:chgData name="Bekithemba Nkomo [student]" userId="86136daf-e49a-4e73-94f9-5f5e7d01c202" providerId="ADAL" clId="{6D3BFD51-7E23-41FE-927F-F3C599A89AE5}" dt="2025-03-17T02:06:07.353" v="803" actId="20577"/>
          <ac:spMkLst>
            <pc:docMk/>
            <pc:sldMk cId="3236752215" sldId="341"/>
            <ac:spMk id="8" creationId="{EB54767C-3A70-865A-2ADC-9F7A21C881A1}"/>
          </ac:spMkLst>
        </pc:spChg>
        <pc:spChg chg="mod">
          <ac:chgData name="Bekithemba Nkomo [student]" userId="86136daf-e49a-4e73-94f9-5f5e7d01c202" providerId="ADAL" clId="{6D3BFD51-7E23-41FE-927F-F3C599A89AE5}" dt="2025-04-22T22:04:04.774" v="3742" actId="20577"/>
          <ac:spMkLst>
            <pc:docMk/>
            <pc:sldMk cId="3236752215" sldId="341"/>
            <ac:spMk id="10" creationId="{04474E43-4228-C4E3-2F65-D0F507CA0276}"/>
          </ac:spMkLst>
        </pc:spChg>
      </pc:sldChg>
      <pc:sldChg chg="delSp modSp add mod">
        <pc:chgData name="Bekithemba Nkomo [student]" userId="86136daf-e49a-4e73-94f9-5f5e7d01c202" providerId="ADAL" clId="{6D3BFD51-7E23-41FE-927F-F3C599A89AE5}" dt="2025-04-22T21:25:32.691" v="3600" actId="2711"/>
        <pc:sldMkLst>
          <pc:docMk/>
          <pc:sldMk cId="1576065426" sldId="342"/>
        </pc:sldMkLst>
        <pc:spChg chg="mod">
          <ac:chgData name="Bekithemba Nkomo [student]" userId="86136daf-e49a-4e73-94f9-5f5e7d01c202" providerId="ADAL" clId="{6D3BFD51-7E23-41FE-927F-F3C599A89AE5}" dt="2025-04-22T20:09:27.792" v="3510" actId="20577"/>
          <ac:spMkLst>
            <pc:docMk/>
            <pc:sldMk cId="1576065426" sldId="342"/>
            <ac:spMk id="8" creationId="{C5520E98-960D-FE7F-4E45-CC8BE642B99F}"/>
          </ac:spMkLst>
        </pc:spChg>
        <pc:spChg chg="mod">
          <ac:chgData name="Bekithemba Nkomo [student]" userId="86136daf-e49a-4e73-94f9-5f5e7d01c202" providerId="ADAL" clId="{6D3BFD51-7E23-41FE-927F-F3C599A89AE5}" dt="2025-04-22T21:25:32.691" v="3600" actId="2711"/>
          <ac:spMkLst>
            <pc:docMk/>
            <pc:sldMk cId="1576065426" sldId="342"/>
            <ac:spMk id="10" creationId="{698E2C25-A9DC-F5A2-3EFD-81749ABE72C8}"/>
          </ac:spMkLst>
        </pc:spChg>
      </pc:sldChg>
      <pc:sldChg chg="modSp add mod ord">
        <pc:chgData name="Bekithemba Nkomo [student]" userId="86136daf-e49a-4e73-94f9-5f5e7d01c202" providerId="ADAL" clId="{6D3BFD51-7E23-41FE-927F-F3C599A89AE5}" dt="2025-04-22T21:24:32.282" v="3598" actId="27636"/>
        <pc:sldMkLst>
          <pc:docMk/>
          <pc:sldMk cId="3734540460" sldId="343"/>
        </pc:sldMkLst>
        <pc:spChg chg="mod">
          <ac:chgData name="Bekithemba Nkomo [student]" userId="86136daf-e49a-4e73-94f9-5f5e7d01c202" providerId="ADAL" clId="{6D3BFD51-7E23-41FE-927F-F3C599A89AE5}" dt="2025-04-22T19:54:26.889" v="3375" actId="1076"/>
          <ac:spMkLst>
            <pc:docMk/>
            <pc:sldMk cId="3734540460" sldId="343"/>
            <ac:spMk id="8" creationId="{258B80BB-CE96-6C9D-3CDF-27AF7D017656}"/>
          </ac:spMkLst>
        </pc:spChg>
        <pc:spChg chg="mod">
          <ac:chgData name="Bekithemba Nkomo [student]" userId="86136daf-e49a-4e73-94f9-5f5e7d01c202" providerId="ADAL" clId="{6D3BFD51-7E23-41FE-927F-F3C599A89AE5}" dt="2025-04-22T21:24:32.282" v="3598" actId="27636"/>
          <ac:spMkLst>
            <pc:docMk/>
            <pc:sldMk cId="3734540460" sldId="343"/>
            <ac:spMk id="10" creationId="{C043E537-FE8C-88C6-6EEC-63F6BBE6C761}"/>
          </ac:spMkLst>
        </pc:spChg>
      </pc:sldChg>
      <pc:sldChg chg="modSp add mod ord">
        <pc:chgData name="Bekithemba Nkomo [student]" userId="86136daf-e49a-4e73-94f9-5f5e7d01c202" providerId="ADAL" clId="{6D3BFD51-7E23-41FE-927F-F3C599A89AE5}" dt="2025-04-22T20:04:06.220" v="3483" actId="20577"/>
        <pc:sldMkLst>
          <pc:docMk/>
          <pc:sldMk cId="1250161639" sldId="344"/>
        </pc:sldMkLst>
        <pc:spChg chg="mod">
          <ac:chgData name="Bekithemba Nkomo [student]" userId="86136daf-e49a-4e73-94f9-5f5e7d01c202" providerId="ADAL" clId="{6D3BFD51-7E23-41FE-927F-F3C599A89AE5}" dt="2025-04-22T03:06:23.177" v="3240" actId="14100"/>
          <ac:spMkLst>
            <pc:docMk/>
            <pc:sldMk cId="1250161639" sldId="344"/>
            <ac:spMk id="8" creationId="{BD40EF2E-1A6E-760C-0BD5-385B9907BED2}"/>
          </ac:spMkLst>
        </pc:spChg>
        <pc:spChg chg="mod">
          <ac:chgData name="Bekithemba Nkomo [student]" userId="86136daf-e49a-4e73-94f9-5f5e7d01c202" providerId="ADAL" clId="{6D3BFD51-7E23-41FE-927F-F3C599A89AE5}" dt="2025-04-22T20:04:06.220" v="3483" actId="20577"/>
          <ac:spMkLst>
            <pc:docMk/>
            <pc:sldMk cId="1250161639" sldId="344"/>
            <ac:spMk id="10" creationId="{9130D952-6D1F-58EA-4781-D06C53230D43}"/>
          </ac:spMkLst>
        </pc:spChg>
      </pc:sldChg>
      <pc:sldChg chg="add del">
        <pc:chgData name="Bekithemba Nkomo [student]" userId="86136daf-e49a-4e73-94f9-5f5e7d01c202" providerId="ADAL" clId="{6D3BFD51-7E23-41FE-927F-F3C599A89AE5}" dt="2025-04-19T23:05:29.205" v="1212" actId="2696"/>
        <pc:sldMkLst>
          <pc:docMk/>
          <pc:sldMk cId="1290645062" sldId="344"/>
        </pc:sldMkLst>
      </pc:sldChg>
      <pc:sldChg chg="addSp delSp modSp add mod">
        <pc:chgData name="Bekithemba Nkomo [student]" userId="86136daf-e49a-4e73-94f9-5f5e7d01c202" providerId="ADAL" clId="{6D3BFD51-7E23-41FE-927F-F3C599A89AE5}" dt="2025-04-21T21:02:42.855" v="2947" actId="403"/>
        <pc:sldMkLst>
          <pc:docMk/>
          <pc:sldMk cId="987980987" sldId="345"/>
        </pc:sldMkLst>
        <pc:spChg chg="mod">
          <ac:chgData name="Bekithemba Nkomo [student]" userId="86136daf-e49a-4e73-94f9-5f5e7d01c202" providerId="ADAL" clId="{6D3BFD51-7E23-41FE-927F-F3C599A89AE5}" dt="2025-04-21T21:02:42.855" v="2947" actId="403"/>
          <ac:spMkLst>
            <pc:docMk/>
            <pc:sldMk cId="987980987" sldId="345"/>
            <ac:spMk id="10" creationId="{79C0FB76-9747-D3F1-DF85-02102E6D6F37}"/>
          </ac:spMkLst>
        </pc:spChg>
        <pc:picChg chg="del">
          <ac:chgData name="Bekithemba Nkomo [student]" userId="86136daf-e49a-4e73-94f9-5f5e7d01c202" providerId="ADAL" clId="{6D3BFD51-7E23-41FE-927F-F3C599A89AE5}" dt="2025-04-21T04:31:49.428" v="1841" actId="478"/>
          <ac:picMkLst>
            <pc:docMk/>
            <pc:sldMk cId="987980987" sldId="345"/>
            <ac:picMk id="3" creationId="{1FA69D47-D63F-A805-8B0B-4EB2E83A9391}"/>
          </ac:picMkLst>
        </pc:picChg>
        <pc:picChg chg="add del mod">
          <ac:chgData name="Bekithemba Nkomo [student]" userId="86136daf-e49a-4e73-94f9-5f5e7d01c202" providerId="ADAL" clId="{6D3BFD51-7E23-41FE-927F-F3C599A89AE5}" dt="2025-04-21T20:54:42.405" v="2559" actId="478"/>
          <ac:picMkLst>
            <pc:docMk/>
            <pc:sldMk cId="987980987" sldId="345"/>
            <ac:picMk id="4" creationId="{DE48B57C-8171-8618-ECC9-197960E1C9BD}"/>
          </ac:picMkLst>
        </pc:picChg>
        <pc:picChg chg="add mod">
          <ac:chgData name="Bekithemba Nkomo [student]" userId="86136daf-e49a-4e73-94f9-5f5e7d01c202" providerId="ADAL" clId="{6D3BFD51-7E23-41FE-927F-F3C599A89AE5}" dt="2025-04-21T20:55:16.139" v="2569" actId="14100"/>
          <ac:picMkLst>
            <pc:docMk/>
            <pc:sldMk cId="987980987" sldId="345"/>
            <ac:picMk id="5" creationId="{9A913985-E1BD-3881-0D08-93FA94227132}"/>
          </ac:picMkLst>
        </pc:picChg>
      </pc:sldChg>
      <pc:sldChg chg="addSp delSp modSp add mod">
        <pc:chgData name="Bekithemba Nkomo [student]" userId="86136daf-e49a-4e73-94f9-5f5e7d01c202" providerId="ADAL" clId="{6D3BFD51-7E23-41FE-927F-F3C599A89AE5}" dt="2025-04-22T21:51:15.572" v="3626" actId="20577"/>
        <pc:sldMkLst>
          <pc:docMk/>
          <pc:sldMk cId="3890160547" sldId="346"/>
        </pc:sldMkLst>
        <pc:spChg chg="add mod">
          <ac:chgData name="Bekithemba Nkomo [student]" userId="86136daf-e49a-4e73-94f9-5f5e7d01c202" providerId="ADAL" clId="{6D3BFD51-7E23-41FE-927F-F3C599A89AE5}" dt="2025-04-22T21:51:15.572" v="3626" actId="20577"/>
          <ac:spMkLst>
            <pc:docMk/>
            <pc:sldMk cId="3890160547" sldId="346"/>
            <ac:spMk id="6" creationId="{5C12CDDD-EC52-5E5B-3DEC-D8434743C243}"/>
          </ac:spMkLst>
        </pc:spChg>
        <pc:spChg chg="del mod">
          <ac:chgData name="Bekithemba Nkomo [student]" userId="86136daf-e49a-4e73-94f9-5f5e7d01c202" providerId="ADAL" clId="{6D3BFD51-7E23-41FE-927F-F3C599A89AE5}" dt="2025-04-21T21:15:38.347" v="3066" actId="478"/>
          <ac:spMkLst>
            <pc:docMk/>
            <pc:sldMk cId="3890160547" sldId="346"/>
            <ac:spMk id="10" creationId="{14189E4F-735F-9942-A049-C1607F26AB40}"/>
          </ac:spMkLst>
        </pc:spChg>
      </pc:sldChg>
      <pc:sldChg chg="addSp delSp modSp add del mod modClrScheme chgLayout">
        <pc:chgData name="Bekithemba Nkomo [student]" userId="86136daf-e49a-4e73-94f9-5f5e7d01c202" providerId="ADAL" clId="{6D3BFD51-7E23-41FE-927F-F3C599A89AE5}" dt="2025-04-21T21:29:07.722" v="3185" actId="2696"/>
        <pc:sldMkLst>
          <pc:docMk/>
          <pc:sldMk cId="1812187600" sldId="347"/>
        </pc:sldMkLst>
        <pc:spChg chg="add del mod">
          <ac:chgData name="Bekithemba Nkomo [student]" userId="86136daf-e49a-4e73-94f9-5f5e7d01c202" providerId="ADAL" clId="{6D3BFD51-7E23-41FE-927F-F3C599A89AE5}" dt="2025-04-21T01:23:12.258" v="1501" actId="26606"/>
          <ac:spMkLst>
            <pc:docMk/>
            <pc:sldMk cId="1812187600" sldId="347"/>
            <ac:spMk id="3" creationId="{322DC239-85DB-B478-70AE-A65C0C30B58B}"/>
          </ac:spMkLst>
        </pc:spChg>
        <pc:spChg chg="mod">
          <ac:chgData name="Bekithemba Nkomo [student]" userId="86136daf-e49a-4e73-94f9-5f5e7d01c202" providerId="ADAL" clId="{6D3BFD51-7E23-41FE-927F-F3C599A89AE5}" dt="2025-04-21T01:26:48.047" v="1516" actId="1076"/>
          <ac:spMkLst>
            <pc:docMk/>
            <pc:sldMk cId="1812187600" sldId="347"/>
            <ac:spMk id="8" creationId="{61354623-F5E1-29AA-1DE4-DB284D8462C2}"/>
          </ac:spMkLst>
        </pc:spChg>
        <pc:spChg chg="del">
          <ac:chgData name="Bekithemba Nkomo [student]" userId="86136daf-e49a-4e73-94f9-5f5e7d01c202" providerId="ADAL" clId="{6D3BFD51-7E23-41FE-927F-F3C599A89AE5}" dt="2025-04-21T01:22:59.942" v="1495" actId="478"/>
          <ac:spMkLst>
            <pc:docMk/>
            <pc:sldMk cId="1812187600" sldId="347"/>
            <ac:spMk id="10" creationId="{91CB4468-22E8-5487-1070-84E70A5F4525}"/>
          </ac:spMkLst>
        </pc:spChg>
        <pc:picChg chg="add del mod">
          <ac:chgData name="Bekithemba Nkomo [student]" userId="86136daf-e49a-4e73-94f9-5f5e7d01c202" providerId="ADAL" clId="{6D3BFD51-7E23-41FE-927F-F3C599A89AE5}" dt="2025-04-21T01:23:40.111" v="1504" actId="478"/>
          <ac:picMkLst>
            <pc:docMk/>
            <pc:sldMk cId="1812187600" sldId="347"/>
            <ac:picMk id="5" creationId="{670EB033-0158-1B69-F9F9-55AE3C92E1F8}"/>
          </ac:picMkLst>
        </pc:picChg>
        <pc:picChg chg="add del mod">
          <ac:chgData name="Bekithemba Nkomo [student]" userId="86136daf-e49a-4e73-94f9-5f5e7d01c202" providerId="ADAL" clId="{6D3BFD51-7E23-41FE-927F-F3C599A89AE5}" dt="2025-04-21T01:26:32.428" v="1513" actId="478"/>
          <ac:picMkLst>
            <pc:docMk/>
            <pc:sldMk cId="1812187600" sldId="347"/>
            <ac:picMk id="7" creationId="{4FF2ED7F-A5C1-62B8-8EF8-21114304A80C}"/>
          </ac:picMkLst>
        </pc:picChg>
        <pc:picChg chg="add mod">
          <ac:chgData name="Bekithemba Nkomo [student]" userId="86136daf-e49a-4e73-94f9-5f5e7d01c202" providerId="ADAL" clId="{6D3BFD51-7E23-41FE-927F-F3C599A89AE5}" dt="2025-04-21T01:26:57.362" v="1518" actId="14100"/>
          <ac:picMkLst>
            <pc:docMk/>
            <pc:sldMk cId="1812187600" sldId="347"/>
            <ac:picMk id="11" creationId="{3F7AA9B1-935D-DD93-4A62-EB9E868B0806}"/>
          </ac:picMkLst>
        </pc:picChg>
      </pc:sldChg>
      <pc:sldChg chg="addSp delSp modSp add mod">
        <pc:chgData name="Bekithemba Nkomo [student]" userId="86136daf-e49a-4e73-94f9-5f5e7d01c202" providerId="ADAL" clId="{6D3BFD51-7E23-41FE-927F-F3C599A89AE5}" dt="2025-04-21T04:23:44.514" v="1840" actId="20577"/>
        <pc:sldMkLst>
          <pc:docMk/>
          <pc:sldMk cId="255438968" sldId="348"/>
        </pc:sldMkLst>
        <pc:spChg chg="add del mod">
          <ac:chgData name="Bekithemba Nkomo [student]" userId="86136daf-e49a-4e73-94f9-5f5e7d01c202" providerId="ADAL" clId="{6D3BFD51-7E23-41FE-927F-F3C599A89AE5}" dt="2025-04-21T03:28:56.309" v="1625" actId="478"/>
          <ac:spMkLst>
            <pc:docMk/>
            <pc:sldMk cId="255438968" sldId="348"/>
            <ac:spMk id="8" creationId="{76D1B45D-1F27-C865-DF97-378FC91705E1}"/>
          </ac:spMkLst>
        </pc:spChg>
        <pc:spChg chg="add mod">
          <ac:chgData name="Bekithemba Nkomo [student]" userId="86136daf-e49a-4e73-94f9-5f5e7d01c202" providerId="ADAL" clId="{6D3BFD51-7E23-41FE-927F-F3C599A89AE5}" dt="2025-04-21T04:23:44.514" v="1840" actId="20577"/>
          <ac:spMkLst>
            <pc:docMk/>
            <pc:sldMk cId="255438968" sldId="348"/>
            <ac:spMk id="9" creationId="{C45E155D-6528-2843-AB1B-795D13E9475F}"/>
          </ac:spMkLst>
        </pc:spChg>
        <pc:spChg chg="del">
          <ac:chgData name="Bekithemba Nkomo [student]" userId="86136daf-e49a-4e73-94f9-5f5e7d01c202" providerId="ADAL" clId="{6D3BFD51-7E23-41FE-927F-F3C599A89AE5}" dt="2025-04-21T03:28:52.286" v="1624" actId="478"/>
          <ac:spMkLst>
            <pc:docMk/>
            <pc:sldMk cId="255438968" sldId="348"/>
            <ac:spMk id="10" creationId="{28FA3AAB-E0C7-2D55-96FA-E70A3824949C}"/>
          </ac:spMkLst>
        </pc:spChg>
        <pc:picChg chg="del">
          <ac:chgData name="Bekithemba Nkomo [student]" userId="86136daf-e49a-4e73-94f9-5f5e7d01c202" providerId="ADAL" clId="{6D3BFD51-7E23-41FE-927F-F3C599A89AE5}" dt="2025-04-21T03:26:10.234" v="1613" actId="478"/>
          <ac:picMkLst>
            <pc:docMk/>
            <pc:sldMk cId="255438968" sldId="348"/>
            <ac:picMk id="2" creationId="{238C3903-8B87-ECC5-FAF6-98DFAEB25C79}"/>
          </ac:picMkLst>
        </pc:picChg>
        <pc:picChg chg="del">
          <ac:chgData name="Bekithemba Nkomo [student]" userId="86136daf-e49a-4e73-94f9-5f5e7d01c202" providerId="ADAL" clId="{6D3BFD51-7E23-41FE-927F-F3C599A89AE5}" dt="2025-04-21T03:26:13.112" v="1614" actId="478"/>
          <ac:picMkLst>
            <pc:docMk/>
            <pc:sldMk cId="255438968" sldId="348"/>
            <ac:picMk id="4" creationId="{3CF7AB37-A953-5A31-5FBE-95F19173553C}"/>
          </ac:picMkLst>
        </pc:picChg>
        <pc:picChg chg="del">
          <ac:chgData name="Bekithemba Nkomo [student]" userId="86136daf-e49a-4e73-94f9-5f5e7d01c202" providerId="ADAL" clId="{6D3BFD51-7E23-41FE-927F-F3C599A89AE5}" dt="2025-04-21T03:26:16.108" v="1615" actId="478"/>
          <ac:picMkLst>
            <pc:docMk/>
            <pc:sldMk cId="255438968" sldId="348"/>
            <ac:picMk id="5" creationId="{E933D347-7439-2D7C-FAF9-EFCFFDDA4E7A}"/>
          </ac:picMkLst>
        </pc:picChg>
        <pc:picChg chg="add mod">
          <ac:chgData name="Bekithemba Nkomo [student]" userId="86136daf-e49a-4e73-94f9-5f5e7d01c202" providerId="ADAL" clId="{6D3BFD51-7E23-41FE-927F-F3C599A89AE5}" dt="2025-04-21T03:26:47.165" v="1623" actId="1076"/>
          <ac:picMkLst>
            <pc:docMk/>
            <pc:sldMk cId="255438968" sldId="348"/>
            <ac:picMk id="6" creationId="{7333D1FE-2405-CD78-128E-133FD83B5BB6}"/>
          </ac:picMkLst>
        </pc:picChg>
      </pc:sldChg>
      <pc:sldChg chg="addSp delSp modSp add mod">
        <pc:chgData name="Bekithemba Nkomo [student]" userId="86136daf-e49a-4e73-94f9-5f5e7d01c202" providerId="ADAL" clId="{6D3BFD51-7E23-41FE-927F-F3C599A89AE5}" dt="2025-04-21T17:48:55.506" v="2333" actId="14100"/>
        <pc:sldMkLst>
          <pc:docMk/>
          <pc:sldMk cId="2141481332" sldId="349"/>
        </pc:sldMkLst>
        <pc:spChg chg="mod">
          <ac:chgData name="Bekithemba Nkomo [student]" userId="86136daf-e49a-4e73-94f9-5f5e7d01c202" providerId="ADAL" clId="{6D3BFD51-7E23-41FE-927F-F3C599A89AE5}" dt="2025-04-21T05:26:39.264" v="2094" actId="20577"/>
          <ac:spMkLst>
            <pc:docMk/>
            <pc:sldMk cId="2141481332" sldId="349"/>
            <ac:spMk id="10" creationId="{02BC40C5-B6EC-13E3-28D5-04CC3E3FA0F3}"/>
          </ac:spMkLst>
        </pc:spChg>
        <pc:picChg chg="add mod">
          <ac:chgData name="Bekithemba Nkomo [student]" userId="86136daf-e49a-4e73-94f9-5f5e7d01c202" providerId="ADAL" clId="{6D3BFD51-7E23-41FE-927F-F3C599A89AE5}" dt="2025-04-21T17:48:55.506" v="2333" actId="14100"/>
          <ac:picMkLst>
            <pc:docMk/>
            <pc:sldMk cId="2141481332" sldId="349"/>
            <ac:picMk id="3" creationId="{744A1654-F062-4D59-4227-69F139A7F6F6}"/>
          </ac:picMkLst>
        </pc:picChg>
        <pc:picChg chg="del">
          <ac:chgData name="Bekithemba Nkomo [student]" userId="86136daf-e49a-4e73-94f9-5f5e7d01c202" providerId="ADAL" clId="{6D3BFD51-7E23-41FE-927F-F3C599A89AE5}" dt="2025-04-21T05:23:42.715" v="2017" actId="478"/>
          <ac:picMkLst>
            <pc:docMk/>
            <pc:sldMk cId="2141481332" sldId="349"/>
            <ac:picMk id="4" creationId="{D05D3F3B-5076-7862-580B-1687A4F49F76}"/>
          </ac:picMkLst>
        </pc:picChg>
        <pc:picChg chg="add mod">
          <ac:chgData name="Bekithemba Nkomo [student]" userId="86136daf-e49a-4e73-94f9-5f5e7d01c202" providerId="ADAL" clId="{6D3BFD51-7E23-41FE-927F-F3C599A89AE5}" dt="2025-04-21T17:48:45.659" v="2331" actId="14100"/>
          <ac:picMkLst>
            <pc:docMk/>
            <pc:sldMk cId="2141481332" sldId="349"/>
            <ac:picMk id="6" creationId="{E9DC2199-4FCF-8250-7B4E-4DB57D1C6293}"/>
          </ac:picMkLst>
        </pc:picChg>
      </pc:sldChg>
      <pc:sldChg chg="addSp delSp modSp add mod ord">
        <pc:chgData name="Bekithemba Nkomo [student]" userId="86136daf-e49a-4e73-94f9-5f5e7d01c202" providerId="ADAL" clId="{6D3BFD51-7E23-41FE-927F-F3C599A89AE5}" dt="2025-04-22T21:55:26.166" v="3628" actId="20577"/>
        <pc:sldMkLst>
          <pc:docMk/>
          <pc:sldMk cId="1931370585" sldId="350"/>
        </pc:sldMkLst>
        <pc:spChg chg="mod">
          <ac:chgData name="Bekithemba Nkomo [student]" userId="86136daf-e49a-4e73-94f9-5f5e7d01c202" providerId="ADAL" clId="{6D3BFD51-7E23-41FE-927F-F3C599A89AE5}" dt="2025-04-22T21:55:26.166" v="3628" actId="20577"/>
          <ac:spMkLst>
            <pc:docMk/>
            <pc:sldMk cId="1931370585" sldId="350"/>
            <ac:spMk id="9" creationId="{98BDA25C-A07B-0C23-C2C9-5C0FB4A218F7}"/>
          </ac:spMkLst>
        </pc:spChg>
        <pc:picChg chg="add mod">
          <ac:chgData name="Bekithemba Nkomo [student]" userId="86136daf-e49a-4e73-94f9-5f5e7d01c202" providerId="ADAL" clId="{6D3BFD51-7E23-41FE-927F-F3C599A89AE5}" dt="2025-04-21T05:42:39.868" v="2180" actId="1076"/>
          <ac:picMkLst>
            <pc:docMk/>
            <pc:sldMk cId="1931370585" sldId="350"/>
            <ac:picMk id="3" creationId="{0F77ACD1-D74D-2EAD-79E1-3919BCBADED4}"/>
          </ac:picMkLst>
        </pc:picChg>
        <pc:picChg chg="del">
          <ac:chgData name="Bekithemba Nkomo [student]" userId="86136daf-e49a-4e73-94f9-5f5e7d01c202" providerId="ADAL" clId="{6D3BFD51-7E23-41FE-927F-F3C599A89AE5}" dt="2025-04-21T05:42:28.365" v="2175" actId="478"/>
          <ac:picMkLst>
            <pc:docMk/>
            <pc:sldMk cId="1931370585" sldId="350"/>
            <ac:picMk id="6" creationId="{77282826-E1CE-84C0-81B8-01BD3D27803E}"/>
          </ac:picMkLst>
        </pc:picChg>
      </pc:sldChg>
      <pc:sldChg chg="addSp delSp modSp add mod">
        <pc:chgData name="Bekithemba Nkomo [student]" userId="86136daf-e49a-4e73-94f9-5f5e7d01c202" providerId="ADAL" clId="{6D3BFD51-7E23-41FE-927F-F3C599A89AE5}" dt="2025-04-22T21:45:13.008" v="3622" actId="14100"/>
        <pc:sldMkLst>
          <pc:docMk/>
          <pc:sldMk cId="2443477640" sldId="351"/>
        </pc:sldMkLst>
        <pc:spChg chg="add del mod">
          <ac:chgData name="Bekithemba Nkomo [student]" userId="86136daf-e49a-4e73-94f9-5f5e7d01c202" providerId="ADAL" clId="{6D3BFD51-7E23-41FE-927F-F3C599A89AE5}" dt="2025-04-21T20:46:32.658" v="2505" actId="14100"/>
          <ac:spMkLst>
            <pc:docMk/>
            <pc:sldMk cId="2443477640" sldId="351"/>
            <ac:spMk id="2" creationId="{5C2892BE-6E71-6724-DBB7-FF79F146F34D}"/>
          </ac:spMkLst>
        </pc:spChg>
        <pc:spChg chg="add del">
          <ac:chgData name="Bekithemba Nkomo [student]" userId="86136daf-e49a-4e73-94f9-5f5e7d01c202" providerId="ADAL" clId="{6D3BFD51-7E23-41FE-927F-F3C599A89AE5}" dt="2025-04-21T20:46:31.925" v="2504" actId="478"/>
          <ac:spMkLst>
            <pc:docMk/>
            <pc:sldMk cId="2443477640" sldId="351"/>
            <ac:spMk id="3" creationId="{8D92F318-5345-4818-CB13-3CA58EBAABE0}"/>
          </ac:spMkLst>
        </pc:spChg>
        <pc:spChg chg="mod">
          <ac:chgData name="Bekithemba Nkomo [student]" userId="86136daf-e49a-4e73-94f9-5f5e7d01c202" providerId="ADAL" clId="{6D3BFD51-7E23-41FE-927F-F3C599A89AE5}" dt="2025-04-22T03:10:26.143" v="3262" actId="2711"/>
          <ac:spMkLst>
            <pc:docMk/>
            <pc:sldMk cId="2443477640" sldId="351"/>
            <ac:spMk id="10" creationId="{4E05AE9F-D601-0E64-8121-9041B84C19DC}"/>
          </ac:spMkLst>
        </pc:spChg>
        <pc:spChg chg="add del mod">
          <ac:chgData name="Bekithemba Nkomo [student]" userId="86136daf-e49a-4e73-94f9-5f5e7d01c202" providerId="ADAL" clId="{6D3BFD51-7E23-41FE-927F-F3C599A89AE5}" dt="2025-04-21T20:46:31.925" v="2504" actId="478"/>
          <ac:spMkLst>
            <pc:docMk/>
            <pc:sldMk cId="2443477640" sldId="351"/>
            <ac:spMk id="17" creationId="{0E5CD576-41F0-AB76-6500-4C63BE0B43F5}"/>
          </ac:spMkLst>
        </pc:spChg>
        <pc:picChg chg="add mod">
          <ac:chgData name="Bekithemba Nkomo [student]" userId="86136daf-e49a-4e73-94f9-5f5e7d01c202" providerId="ADAL" clId="{6D3BFD51-7E23-41FE-927F-F3C599A89AE5}" dt="2025-04-22T21:45:13.008" v="3622" actId="14100"/>
          <ac:picMkLst>
            <pc:docMk/>
            <pc:sldMk cId="2443477640" sldId="351"/>
            <ac:picMk id="5" creationId="{15E6490E-E90C-F3C6-173B-CC53273327EB}"/>
          </ac:picMkLst>
        </pc:picChg>
        <pc:picChg chg="del">
          <ac:chgData name="Bekithemba Nkomo [student]" userId="86136daf-e49a-4e73-94f9-5f5e7d01c202" providerId="ADAL" clId="{6D3BFD51-7E23-41FE-927F-F3C599A89AE5}" dt="2025-04-21T20:46:02.208" v="2494" actId="478"/>
          <ac:picMkLst>
            <pc:docMk/>
            <pc:sldMk cId="2443477640" sldId="351"/>
            <ac:picMk id="7" creationId="{3F9F6780-CFCC-9EE5-8226-5239B0881287}"/>
          </ac:picMkLst>
        </pc:picChg>
        <pc:picChg chg="del">
          <ac:chgData name="Bekithemba Nkomo [student]" userId="86136daf-e49a-4e73-94f9-5f5e7d01c202" providerId="ADAL" clId="{6D3BFD51-7E23-41FE-927F-F3C599A89AE5}" dt="2025-04-21T20:46:03.307" v="2495" actId="478"/>
          <ac:picMkLst>
            <pc:docMk/>
            <pc:sldMk cId="2443477640" sldId="351"/>
            <ac:picMk id="9" creationId="{AAD538E4-E3A8-4073-3BDE-7C9448662B90}"/>
          </ac:picMkLst>
        </pc:picChg>
        <pc:picChg chg="del">
          <ac:chgData name="Bekithemba Nkomo [student]" userId="86136daf-e49a-4e73-94f9-5f5e7d01c202" providerId="ADAL" clId="{6D3BFD51-7E23-41FE-927F-F3C599A89AE5}" dt="2025-04-21T20:46:04.317" v="2496" actId="478"/>
          <ac:picMkLst>
            <pc:docMk/>
            <pc:sldMk cId="2443477640" sldId="351"/>
            <ac:picMk id="12" creationId="{B33B0791-E538-48DE-4B07-07DD2872C237}"/>
          </ac:picMkLst>
        </pc:picChg>
        <pc:picChg chg="del">
          <ac:chgData name="Bekithemba Nkomo [student]" userId="86136daf-e49a-4e73-94f9-5f5e7d01c202" providerId="ADAL" clId="{6D3BFD51-7E23-41FE-927F-F3C599A89AE5}" dt="2025-04-21T20:46:05.717" v="2497" actId="478"/>
          <ac:picMkLst>
            <pc:docMk/>
            <pc:sldMk cId="2443477640" sldId="351"/>
            <ac:picMk id="14" creationId="{AE632303-6AD0-B832-8120-3583C52B3DE2}"/>
          </ac:picMkLst>
        </pc:picChg>
      </pc:sldChg>
      <pc:sldChg chg="add del ord">
        <pc:chgData name="Bekithemba Nkomo [student]" userId="86136daf-e49a-4e73-94f9-5f5e7d01c202" providerId="ADAL" clId="{6D3BFD51-7E23-41FE-927F-F3C599A89AE5}" dt="2025-04-21T21:04:16.096" v="2951" actId="2696"/>
        <pc:sldMkLst>
          <pc:docMk/>
          <pc:sldMk cId="3799221381" sldId="352"/>
        </pc:sldMkLst>
      </pc:sldChg>
      <pc:sldChg chg="addSp delSp modSp add mod ord">
        <pc:chgData name="Bekithemba Nkomo [student]" userId="86136daf-e49a-4e73-94f9-5f5e7d01c202" providerId="ADAL" clId="{6D3BFD51-7E23-41FE-927F-F3C599A89AE5}" dt="2025-04-22T20:04:31.007" v="3485"/>
        <pc:sldMkLst>
          <pc:docMk/>
          <pc:sldMk cId="2172776991" sldId="353"/>
        </pc:sldMkLst>
        <pc:spChg chg="mod">
          <ac:chgData name="Bekithemba Nkomo [student]" userId="86136daf-e49a-4e73-94f9-5f5e7d01c202" providerId="ADAL" clId="{6D3BFD51-7E23-41FE-927F-F3C599A89AE5}" dt="2025-04-22T03:11:33.116" v="3303" actId="20577"/>
          <ac:spMkLst>
            <pc:docMk/>
            <pc:sldMk cId="2172776991" sldId="353"/>
            <ac:spMk id="9" creationId="{C6F5D7B1-D1D4-E0E3-7494-2B412F1FABE8}"/>
          </ac:spMkLst>
        </pc:spChg>
        <pc:picChg chg="add mod">
          <ac:chgData name="Bekithemba Nkomo [student]" userId="86136daf-e49a-4e73-94f9-5f5e7d01c202" providerId="ADAL" clId="{6D3BFD51-7E23-41FE-927F-F3C599A89AE5}" dt="2025-04-21T21:05:04.487" v="2962" actId="1076"/>
          <ac:picMkLst>
            <pc:docMk/>
            <pc:sldMk cId="2172776991" sldId="353"/>
            <ac:picMk id="2" creationId="{7BA0307E-76A8-4CB7-433B-DF3373A5FF8E}"/>
          </ac:picMkLst>
        </pc:picChg>
        <pc:picChg chg="add mod">
          <ac:chgData name="Bekithemba Nkomo [student]" userId="86136daf-e49a-4e73-94f9-5f5e7d01c202" providerId="ADAL" clId="{6D3BFD51-7E23-41FE-927F-F3C599A89AE5}" dt="2025-04-21T21:05:12.909" v="2965" actId="1076"/>
          <ac:picMkLst>
            <pc:docMk/>
            <pc:sldMk cId="2172776991" sldId="353"/>
            <ac:picMk id="3" creationId="{9F901FAE-5CCE-D88C-5F96-F79CF7BACC02}"/>
          </ac:picMkLst>
        </pc:picChg>
        <pc:picChg chg="del">
          <ac:chgData name="Bekithemba Nkomo [student]" userId="86136daf-e49a-4e73-94f9-5f5e7d01c202" providerId="ADAL" clId="{6D3BFD51-7E23-41FE-927F-F3C599A89AE5}" dt="2025-04-21T21:04:21.581" v="2952" actId="478"/>
          <ac:picMkLst>
            <pc:docMk/>
            <pc:sldMk cId="2172776991" sldId="353"/>
            <ac:picMk id="6" creationId="{6A023A0D-3EE8-63FC-950D-E24A18BA905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4/22/2025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4/22/2025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0DA1498-92C7-4E4B-8045-C9195F453964}" type="datetimeFigureOut">
              <a:rPr lang="en-US" smtClean="0"/>
              <a:t>4/22/2025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6FEDF93-2BFD-41CA-ABC7-B039102F3792}"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4.emf"/><Relationship Id="rId4" Type="http://schemas.openxmlformats.org/officeDocument/2006/relationships/hyperlink" Target="https://24slides.com/?utm_campaign=mp&amp;utm_medium=ppt&amp;utm_source=pptlink&amp;utm_content=&amp;utm_te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grpSp>
        <p:nvGrpSpPr>
          <p:cNvPr id="7" name="Group 6" descr="Icon of chart. "/>
          <p:cNvGrpSpPr/>
          <p:nvPr/>
        </p:nvGrpSpPr>
        <p:grpSpPr>
          <a:xfrm>
            <a:off x="8997747" y="764420"/>
            <a:ext cx="813730" cy="748584"/>
            <a:chOff x="2025650" y="4786313"/>
            <a:chExt cx="285750" cy="287338"/>
          </a:xfrm>
          <a:solidFill>
            <a:schemeClr val="bg1"/>
          </a:solidFill>
        </p:grpSpPr>
        <p:sp>
          <p:nvSpPr>
            <p:cNvPr id="8" name="Freeform 565"/>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solidFill>
                  <a:schemeClr val="tx1">
                    <a:lumMod val="85000"/>
                  </a:schemeClr>
                </a:solidFill>
              </a:endParaRPr>
            </a:p>
          </p:txBody>
        </p:sp>
        <p:sp>
          <p:nvSpPr>
            <p:cNvPr id="9" name="Freeform 566"/>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solidFill>
                  <a:schemeClr val="tx1">
                    <a:lumMod val="85000"/>
                  </a:schemeClr>
                </a:solidFill>
              </a:endParaRPr>
            </a:p>
          </p:txBody>
        </p:sp>
      </p:grpSp>
      <p:sp>
        <p:nvSpPr>
          <p:cNvPr id="3" name="TextBox 2"/>
          <p:cNvSpPr txBox="1"/>
          <p:nvPr/>
        </p:nvSpPr>
        <p:spPr>
          <a:xfrm>
            <a:off x="459253" y="4211152"/>
            <a:ext cx="11232003" cy="1723549"/>
          </a:xfrm>
          <a:prstGeom prst="rect">
            <a:avLst/>
          </a:prstGeom>
          <a:noFill/>
        </p:spPr>
        <p:txBody>
          <a:bodyPr wrap="square" rtlCol="0">
            <a:spAutoFit/>
          </a:bodyPr>
          <a:lstStyle/>
          <a:p>
            <a:r>
              <a:rPr lang="en-US" sz="2400" b="1" u="sng" dirty="0"/>
              <a:t>TEAM MEMBERS:</a:t>
            </a:r>
          </a:p>
          <a:p>
            <a:endParaRPr lang="en-US" sz="2400" b="1" u="sng" dirty="0"/>
          </a:p>
          <a:p>
            <a:pPr>
              <a:lnSpc>
                <a:spcPct val="200000"/>
              </a:lnSpc>
            </a:pPr>
            <a:r>
              <a:rPr lang="en-US" sz="2000" b="1" dirty="0"/>
              <a:t>Sylvester </a:t>
            </a:r>
            <a:r>
              <a:rPr lang="en-US" sz="2000" b="1" dirty="0" err="1"/>
              <a:t>Vhashe</a:t>
            </a:r>
            <a:r>
              <a:rPr lang="en-US" sz="2000" b="1" dirty="0"/>
              <a:t> |Bekithemba Nkomo | Innocent </a:t>
            </a:r>
            <a:r>
              <a:rPr lang="en-US" sz="2000" b="1" dirty="0" err="1"/>
              <a:t>Mujokoro</a:t>
            </a:r>
            <a:r>
              <a:rPr lang="en-US" sz="2000" b="1" dirty="0"/>
              <a:t> | Tapiwanashe </a:t>
            </a:r>
            <a:r>
              <a:rPr lang="en-US" sz="2000" b="1" dirty="0" err="1"/>
              <a:t>Mutarimanja</a:t>
            </a:r>
            <a:endParaRPr lang="en-US" sz="2000" b="1" dirty="0"/>
          </a:p>
          <a:p>
            <a:endParaRPr lang="en-US" dirty="0">
              <a:solidFill>
                <a:schemeClr val="bg1"/>
              </a:solidFill>
            </a:endParaRPr>
          </a:p>
        </p:txBody>
      </p:sp>
      <p:sp>
        <p:nvSpPr>
          <p:cNvPr id="11" name="Title 1"/>
          <p:cNvSpPr txBox="1"/>
          <p:nvPr/>
        </p:nvSpPr>
        <p:spPr>
          <a:xfrm>
            <a:off x="470747" y="1070871"/>
            <a:ext cx="4317230" cy="1495794"/>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5400" b="1" dirty="0">
                <a:solidFill>
                  <a:schemeClr val="tx1">
                    <a:lumMod val="85000"/>
                  </a:schemeClr>
                </a:solidFill>
              </a:rPr>
              <a:t>NEXTGEN ANALYTICS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666"/>
        </a:solidFill>
        <a:effectLst/>
      </p:bgPr>
    </p:bg>
    <p:spTree>
      <p:nvGrpSpPr>
        <p:cNvPr id="1" name=""/>
        <p:cNvGrpSpPr/>
        <p:nvPr/>
      </p:nvGrpSpPr>
      <p:grpSpPr>
        <a:xfrm>
          <a:off x="0" y="0"/>
          <a:ext cx="0" cy="0"/>
          <a:chOff x="0" y="0"/>
          <a:chExt cx="0" cy="0"/>
        </a:xfrm>
      </p:grpSpPr>
      <p:sp>
        <p:nvSpPr>
          <p:cNvPr id="3" name="TextBox 2"/>
          <p:cNvSpPr txBox="1"/>
          <p:nvPr/>
        </p:nvSpPr>
        <p:spPr>
          <a:xfrm>
            <a:off x="571501" y="260505"/>
            <a:ext cx="11209866" cy="3785652"/>
          </a:xfrm>
          <a:prstGeom prst="rect">
            <a:avLst/>
          </a:prstGeom>
          <a:noFill/>
        </p:spPr>
        <p:txBody>
          <a:bodyPr wrap="square" rtlCol="0">
            <a:spAutoFit/>
          </a:bodyPr>
          <a:lstStyle/>
          <a:p>
            <a:r>
              <a:rPr lang="en-US" b="1" dirty="0">
                <a:solidFill>
                  <a:schemeClr val="bg1"/>
                </a:solidFill>
              </a:rPr>
              <a:t>TITLE : </a:t>
            </a:r>
          </a:p>
          <a:p>
            <a:pPr algn="ctr"/>
            <a:r>
              <a:rPr lang="en-US" sz="4000" b="1" dirty="0">
                <a:solidFill>
                  <a:schemeClr val="bg1"/>
                </a:solidFill>
                <a:latin typeface="+mj-lt"/>
                <a:cs typeface="Times New Roman" panose="02020603050405020304" pitchFamily="18" charset="0"/>
              </a:rPr>
              <a:t>Navigating Complaints to Comfort: A Data-Driven Approach to improve Tenant Living Standards.</a:t>
            </a:r>
          </a:p>
          <a:p>
            <a:pPr algn="ctr"/>
            <a:endParaRPr lang="en-US" sz="4800" b="1" dirty="0">
              <a:solidFill>
                <a:schemeClr val="bg1"/>
              </a:solidFill>
              <a:latin typeface="Times New Roman" panose="02020603050405020304" pitchFamily="18" charset="0"/>
              <a:cs typeface="Times New Roman" panose="02020603050405020304" pitchFamily="18" charset="0"/>
            </a:endParaRPr>
          </a:p>
          <a:p>
            <a:pPr algn="ctr"/>
            <a:r>
              <a:rPr lang="en-US" b="1" dirty="0">
                <a:solidFill>
                  <a:schemeClr val="bg1"/>
                </a:solidFill>
              </a:rPr>
              <a:t>Client: </a:t>
            </a:r>
          </a:p>
          <a:p>
            <a:pPr algn="ctr"/>
            <a:r>
              <a:rPr lang="en-US" sz="3600" b="1" dirty="0">
                <a:solidFill>
                  <a:schemeClr val="bg1"/>
                </a:solidFill>
              </a:rPr>
              <a:t>Urban Edge Properties</a:t>
            </a:r>
            <a:endParaRPr lang="en-US" sz="2400" b="1" dirty="0">
              <a:solidFill>
                <a:schemeClr val="bg1"/>
              </a:solidFill>
            </a:endParaRPr>
          </a:p>
        </p:txBody>
      </p:sp>
      <p:sp>
        <p:nvSpPr>
          <p:cNvPr id="11" name="Title 1"/>
          <p:cNvSpPr txBox="1"/>
          <p:nvPr/>
        </p:nvSpPr>
        <p:spPr>
          <a:xfrm>
            <a:off x="846185" y="4477497"/>
            <a:ext cx="10604132" cy="1772793"/>
          </a:xfrm>
          <a:prstGeom prst="rect">
            <a:avLst/>
          </a:prstGeom>
          <a:noFill/>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200" i="1" dirty="0">
                <a:solidFill>
                  <a:schemeClr val="bg1"/>
                </a:solidFill>
                <a:latin typeface="Aptos" panose="020B0004020202020204" pitchFamily="34" charset="0"/>
              </a:rPr>
              <a:t>Welcome to our analysis of housing conditions and code compliance in New York City, where we leverage data to understand tenant experiences and identify critical areas for improvement.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D214B-16AE-5D09-3D0F-22687BD6777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58B80BB-CE96-6C9D-3CDF-27AF7D017656}"/>
              </a:ext>
            </a:extLst>
          </p:cNvPr>
          <p:cNvSpPr>
            <a:spLocks noGrp="1"/>
          </p:cNvSpPr>
          <p:nvPr>
            <p:ph type="title"/>
          </p:nvPr>
        </p:nvSpPr>
        <p:spPr>
          <a:xfrm>
            <a:off x="887488" y="367275"/>
            <a:ext cx="8217646" cy="694082"/>
          </a:xfrm>
        </p:spPr>
        <p:txBody>
          <a:bodyPr/>
          <a:lstStyle/>
          <a:p>
            <a:r>
              <a:rPr lang="en-US" sz="6000" b="1" dirty="0">
                <a:latin typeface="Aptos" panose="020B0004020202020204" pitchFamily="34" charset="0"/>
                <a:ea typeface="Aptos" panose="020B0004020202020204" pitchFamily="34" charset="0"/>
                <a:cs typeface="Times New Roman" panose="02020603050405020304" pitchFamily="18" charset="0"/>
              </a:rPr>
              <a:t>STORY</a:t>
            </a:r>
            <a:endParaRPr lang="en-US" sz="7200" dirty="0"/>
          </a:p>
        </p:txBody>
      </p:sp>
      <p:sp>
        <p:nvSpPr>
          <p:cNvPr id="10" name="Text Placeholder 3">
            <a:extLst>
              <a:ext uri="{FF2B5EF4-FFF2-40B4-BE49-F238E27FC236}">
                <a16:creationId xmlns:a16="http://schemas.microsoft.com/office/drawing/2014/main" id="{C043E537-FE8C-88C6-6EEC-63F6BBE6C761}"/>
              </a:ext>
            </a:extLst>
          </p:cNvPr>
          <p:cNvSpPr>
            <a:spLocks noGrp="1"/>
          </p:cNvSpPr>
          <p:nvPr>
            <p:ph type="body" sz="half" idx="2"/>
          </p:nvPr>
        </p:nvSpPr>
        <p:spPr>
          <a:xfrm>
            <a:off x="840921" y="1061357"/>
            <a:ext cx="10409465" cy="5355772"/>
          </a:xfrm>
        </p:spPr>
        <p:txBody>
          <a:bodyPr>
            <a:normAutofit lnSpcReduction="10000"/>
          </a:bodyPr>
          <a:lstStyle/>
          <a:p>
            <a:pPr marL="285750" indent="-285750">
              <a:lnSpc>
                <a:spcPct val="220000"/>
              </a:lnSpc>
              <a:buFont typeface="Arial" panose="020B0604020202020204" pitchFamily="34" charset="0"/>
              <a:buChar char="•"/>
            </a:pPr>
            <a:r>
              <a:rPr lang="en-US" dirty="0">
                <a:latin typeface="Aptos" panose="020B0004020202020204" pitchFamily="34" charset="0"/>
              </a:rPr>
              <a:t>Urban Edge Properties  recently acquired a portfolio of multifamily residential properties across New York City. These properties, while strategically located, come with a legacy of operational challenges. They were previously managed by HRMS, a company with a long-standing reputation for inconsistent housing code compliance, frequent tenant complaints, and lagging response times to maintenance issues.</a:t>
            </a:r>
          </a:p>
          <a:p>
            <a:pPr marL="285750" indent="-285750">
              <a:lnSpc>
                <a:spcPct val="220000"/>
              </a:lnSpc>
              <a:buFont typeface="Arial" panose="020B0604020202020204" pitchFamily="34" charset="0"/>
              <a:buChar char="•"/>
            </a:pPr>
            <a:r>
              <a:rPr lang="en-US" dirty="0">
                <a:latin typeface="Aptos" panose="020B0004020202020204" pitchFamily="34" charset="0"/>
              </a:rPr>
              <a:t>Upon acquisition, Urban Edge quickly recognized that these inherited challenges could jeopardize their investment goals, damage tenant relationships, and expose them to regulatory risk if not addressed. But before they could implement meaningful improvements, they needed clear visibility into the depth and nature of the problems across boroughs, buildings, and complaint categories.</a:t>
            </a:r>
          </a:p>
          <a:p>
            <a:pPr marL="285750" indent="-285750">
              <a:lnSpc>
                <a:spcPct val="220000"/>
              </a:lnSpc>
              <a:buFont typeface="Arial" panose="020B0604020202020204" pitchFamily="34" charset="0"/>
              <a:buChar char="•"/>
            </a:pPr>
            <a:r>
              <a:rPr lang="en-US" dirty="0">
                <a:latin typeface="Aptos" panose="020B0004020202020204" pitchFamily="34" charset="0"/>
              </a:rPr>
              <a:t>With a strong commitment to raising the standard of living for tenants, restoring building integrity, and modernizing operations, Urban Edge reached out to NextGen Analytics for  highlighting areas. Their goal seeks to uncover root causes and patterns to reduce complaints, enhance building safety, and ensure compliance with NYC housing regulations.</a:t>
            </a:r>
          </a:p>
        </p:txBody>
      </p:sp>
    </p:spTree>
    <p:extLst>
      <p:ext uri="{BB962C8B-B14F-4D97-AF65-F5344CB8AC3E}">
        <p14:creationId xmlns:p14="http://schemas.microsoft.com/office/powerpoint/2010/main" val="3734540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63482E-216B-B97C-F823-0FF1D8BE40F5}"/>
              </a:ext>
            </a:extLst>
          </p:cNvPr>
          <p:cNvSpPr>
            <a:spLocks noGrp="1"/>
          </p:cNvSpPr>
          <p:nvPr>
            <p:ph type="title"/>
          </p:nvPr>
        </p:nvSpPr>
        <p:spPr>
          <a:xfrm>
            <a:off x="1011625" y="0"/>
            <a:ext cx="8217646" cy="1020167"/>
          </a:xfrm>
        </p:spPr>
        <p:txBody>
          <a:bodyPr/>
          <a:lstStyle/>
          <a:p>
            <a:r>
              <a:rPr lang="en-US" sz="3600" b="1" dirty="0">
                <a:effectLst/>
                <a:latin typeface="Aptos" panose="020B0004020202020204" pitchFamily="34" charset="0"/>
                <a:ea typeface="Aptos" panose="020B0004020202020204" pitchFamily="34" charset="0"/>
                <a:cs typeface="Times New Roman" panose="02020603050405020304" pitchFamily="18" charset="0"/>
              </a:rPr>
              <a:t> </a:t>
            </a:r>
            <a:r>
              <a:rPr lang="en-US" sz="6000" b="1" dirty="0">
                <a:latin typeface="Aptos" panose="020B0004020202020204" pitchFamily="34" charset="0"/>
                <a:ea typeface="Aptos" panose="020B0004020202020204" pitchFamily="34" charset="0"/>
                <a:cs typeface="Times New Roman" panose="02020603050405020304" pitchFamily="18" charset="0"/>
              </a:rPr>
              <a:t>SPONSOR OVERVIEW</a:t>
            </a:r>
            <a:endParaRPr lang="en-US" sz="4400" dirty="0"/>
          </a:p>
        </p:txBody>
      </p:sp>
      <p:pic>
        <p:nvPicPr>
          <p:cNvPr id="3" name="Picture 2">
            <a:extLst>
              <a:ext uri="{FF2B5EF4-FFF2-40B4-BE49-F238E27FC236}">
                <a16:creationId xmlns:a16="http://schemas.microsoft.com/office/drawing/2014/main" id="{2E470EAB-CFF9-C76B-0F0B-96755482EFD1}"/>
              </a:ext>
            </a:extLst>
          </p:cNvPr>
          <p:cNvPicPr>
            <a:picLocks noChangeAspect="1"/>
          </p:cNvPicPr>
          <p:nvPr/>
        </p:nvPicPr>
        <p:blipFill>
          <a:blip r:embed="rId2"/>
          <a:stretch>
            <a:fillRect/>
          </a:stretch>
        </p:blipFill>
        <p:spPr>
          <a:xfrm>
            <a:off x="4784616" y="3449249"/>
            <a:ext cx="5195997" cy="569101"/>
          </a:xfrm>
          <a:prstGeom prst="rect">
            <a:avLst/>
          </a:prstGeom>
          <a:noFill/>
        </p:spPr>
      </p:pic>
      <p:sp>
        <p:nvSpPr>
          <p:cNvPr id="10" name="Text Placeholder 3">
            <a:extLst>
              <a:ext uri="{FF2B5EF4-FFF2-40B4-BE49-F238E27FC236}">
                <a16:creationId xmlns:a16="http://schemas.microsoft.com/office/drawing/2014/main" id="{EC7C49FB-6905-112A-0119-FA8DC2D42B6D}"/>
              </a:ext>
            </a:extLst>
          </p:cNvPr>
          <p:cNvSpPr>
            <a:spLocks noGrp="1"/>
          </p:cNvSpPr>
          <p:nvPr>
            <p:ph type="body" sz="half" idx="2"/>
          </p:nvPr>
        </p:nvSpPr>
        <p:spPr>
          <a:xfrm>
            <a:off x="1011625" y="914400"/>
            <a:ext cx="9038309" cy="5176157"/>
          </a:xfrm>
        </p:spPr>
        <p:txBody>
          <a:bodyPr>
            <a:normAutofit lnSpcReduction="10000"/>
          </a:bodyPr>
          <a:lstStyle/>
          <a:p>
            <a:r>
              <a:rPr lang="en-US" sz="2000" b="1" u="sng" dirty="0">
                <a:latin typeface="Aptos" panose="020B0004020202020204" pitchFamily="34" charset="0"/>
              </a:rPr>
              <a:t>Urban Edge Properties</a:t>
            </a:r>
          </a:p>
          <a:p>
            <a:r>
              <a:rPr lang="en-US" sz="2400" dirty="0">
                <a:effectLst/>
                <a:latin typeface="Aptos" panose="020B0004020202020204" pitchFamily="34" charset="0"/>
                <a:ea typeface="DengXian" panose="02010600030101010101" pitchFamily="2" charset="-122"/>
                <a:cs typeface="Arial" panose="020B0604020202020204" pitchFamily="34" charset="0"/>
              </a:rPr>
              <a:t>Urban Edge Properties is a real estate development and property management firm specializing in residential and commercial properties across New York. UrbanEdge is committed to sustainable urban living, ensuring tenant safety, and maintaining compliance with city housing codes and safety standards.</a:t>
            </a:r>
          </a:p>
          <a:p>
            <a:endParaRPr lang="en-US" sz="2400" dirty="0">
              <a:effectLst/>
              <a:latin typeface="Aptos" panose="020B0004020202020204" pitchFamily="34" charset="0"/>
              <a:ea typeface="DengXian" panose="02010600030101010101" pitchFamily="2" charset="-122"/>
              <a:cs typeface="Arial" panose="020B0604020202020204" pitchFamily="34" charset="0"/>
            </a:endParaRPr>
          </a:p>
          <a:p>
            <a:r>
              <a:rPr lang="en-US" sz="2400" b="1" u="sng" dirty="0">
                <a:latin typeface="Aptos" panose="020B0004020202020204" pitchFamily="34" charset="0"/>
                <a:ea typeface="DengXian" panose="02010600030101010101" pitchFamily="2" charset="-122"/>
                <a:cs typeface="Arial" panose="020B0604020202020204" pitchFamily="34" charset="0"/>
              </a:rPr>
              <a:t>PAIN POINT:</a:t>
            </a:r>
          </a:p>
          <a:p>
            <a:r>
              <a:rPr lang="en-US" sz="2400" dirty="0">
                <a:effectLst/>
                <a:latin typeface="Aptos" panose="020B0004020202020204" pitchFamily="34" charset="0"/>
                <a:ea typeface="DengXian" panose="02010600030101010101" pitchFamily="2" charset="-122"/>
                <a:cs typeface="Arial" panose="020B0604020202020204" pitchFamily="34" charset="0"/>
              </a:rPr>
              <a:t>Urban Edge inherited properties with a legacy of tenant complaints, poor compliance, and reactive maintenance.  The company seeks to uncover root causes and patterns to reduce complaints, enhance building safety, </a:t>
            </a:r>
            <a:r>
              <a:rPr lang="en-US" sz="2400" dirty="0">
                <a:latin typeface="Aptos" panose="020B0004020202020204" pitchFamily="34" charset="0"/>
              </a:rPr>
              <a:t>effective resolution of tenant issues</a:t>
            </a:r>
            <a:r>
              <a:rPr lang="en-US" sz="2400" dirty="0">
                <a:effectLst/>
                <a:latin typeface="Aptos" panose="020B0004020202020204" pitchFamily="34" charset="0"/>
                <a:ea typeface="DengXian" panose="02010600030101010101" pitchFamily="2" charset="-122"/>
                <a:cs typeface="Arial" panose="020B0604020202020204" pitchFamily="34" charset="0"/>
              </a:rPr>
              <a:t> and ensure compliance with NYC housing regulations.</a:t>
            </a:r>
          </a:p>
          <a:p>
            <a:endParaRPr lang="en-US" u="sng"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F072F-8370-7395-35D8-7A8273F246F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5520E98-960D-FE7F-4E45-CC8BE642B99F}"/>
              </a:ext>
            </a:extLst>
          </p:cNvPr>
          <p:cNvSpPr>
            <a:spLocks noGrp="1"/>
          </p:cNvSpPr>
          <p:nvPr>
            <p:ph type="title"/>
          </p:nvPr>
        </p:nvSpPr>
        <p:spPr>
          <a:xfrm>
            <a:off x="1142253" y="0"/>
            <a:ext cx="8165033" cy="1134835"/>
          </a:xfrm>
        </p:spPr>
        <p:txBody>
          <a:bodyPr/>
          <a:lstStyle/>
          <a:p>
            <a:r>
              <a:rPr lang="en-US" sz="4800" b="1" dirty="0">
                <a:effectLst/>
                <a:latin typeface="Aptos" panose="020B0004020202020204" pitchFamily="34" charset="0"/>
                <a:ea typeface="Aptos" panose="020B0004020202020204" pitchFamily="34" charset="0"/>
                <a:cs typeface="Times New Roman" panose="02020603050405020304" pitchFamily="18" charset="0"/>
              </a:rPr>
              <a:t> </a:t>
            </a:r>
            <a:r>
              <a:rPr lang="en-US" sz="5400" b="1" dirty="0">
                <a:effectLst/>
                <a:latin typeface="Aptos" panose="020B0004020202020204" pitchFamily="34" charset="0"/>
                <a:ea typeface="Aptos" panose="020B0004020202020204" pitchFamily="34" charset="0"/>
                <a:cs typeface="Times New Roman" panose="02020603050405020304" pitchFamily="18" charset="0"/>
              </a:rPr>
              <a:t>Urban Edge OBJECTIVES</a:t>
            </a:r>
            <a:endParaRPr lang="en-US" sz="6000" dirty="0"/>
          </a:p>
        </p:txBody>
      </p:sp>
      <p:sp>
        <p:nvSpPr>
          <p:cNvPr id="10" name="Text Placeholder 3">
            <a:extLst>
              <a:ext uri="{FF2B5EF4-FFF2-40B4-BE49-F238E27FC236}">
                <a16:creationId xmlns:a16="http://schemas.microsoft.com/office/drawing/2014/main" id="{698E2C25-A9DC-F5A2-3EFD-81749ABE72C8}"/>
              </a:ext>
            </a:extLst>
          </p:cNvPr>
          <p:cNvSpPr>
            <a:spLocks noGrp="1"/>
          </p:cNvSpPr>
          <p:nvPr>
            <p:ph type="body" sz="half" idx="2"/>
          </p:nvPr>
        </p:nvSpPr>
        <p:spPr>
          <a:xfrm>
            <a:off x="1142253" y="1249137"/>
            <a:ext cx="9095761" cy="4049484"/>
          </a:xfrm>
        </p:spPr>
        <p:txBody>
          <a:bodyPr>
            <a:normAutofit/>
          </a:bodyPr>
          <a:lstStyle/>
          <a:p>
            <a:pPr marL="285750" indent="-285750">
              <a:lnSpc>
                <a:spcPct val="250000"/>
              </a:lnSpc>
              <a:buFont typeface="Arial" panose="020B0604020202020204" pitchFamily="34" charset="0"/>
              <a:buChar char="•"/>
            </a:pPr>
            <a:r>
              <a:rPr lang="en-US" sz="1600" dirty="0">
                <a:latin typeface="Aptos" panose="020B0004020202020204" pitchFamily="34" charset="0"/>
              </a:rPr>
              <a:t>To reduce complaint volume, </a:t>
            </a:r>
          </a:p>
          <a:p>
            <a:pPr marL="285750" indent="-285750">
              <a:lnSpc>
                <a:spcPct val="250000"/>
              </a:lnSpc>
              <a:buFont typeface="Arial" panose="020B0604020202020204" pitchFamily="34" charset="0"/>
              <a:buChar char="•"/>
            </a:pPr>
            <a:r>
              <a:rPr lang="en-US" sz="1600" dirty="0">
                <a:latin typeface="Aptos" panose="020B0004020202020204" pitchFamily="34" charset="0"/>
              </a:rPr>
              <a:t>Improve building safety and maintenance practices, </a:t>
            </a:r>
          </a:p>
          <a:p>
            <a:pPr marL="285750" indent="-285750">
              <a:lnSpc>
                <a:spcPct val="250000"/>
              </a:lnSpc>
              <a:buFont typeface="Arial" panose="020B0604020202020204" pitchFamily="34" charset="0"/>
              <a:buChar char="•"/>
            </a:pPr>
            <a:r>
              <a:rPr lang="en-US" sz="1600" dirty="0">
                <a:latin typeface="Aptos" panose="020B0004020202020204" pitchFamily="34" charset="0"/>
              </a:rPr>
              <a:t>Ensure timely and effective resolution of tenant issues, </a:t>
            </a:r>
          </a:p>
          <a:p>
            <a:pPr marL="285750" indent="-285750">
              <a:lnSpc>
                <a:spcPct val="250000"/>
              </a:lnSpc>
              <a:buFont typeface="Arial" panose="020B0604020202020204" pitchFamily="34" charset="0"/>
              <a:buChar char="•"/>
            </a:pPr>
            <a:r>
              <a:rPr lang="en-US" sz="1600" dirty="0">
                <a:latin typeface="Aptos" panose="020B0004020202020204" pitchFamily="34" charset="0"/>
              </a:rPr>
              <a:t>Strengthen compliance with NYC housing codes to reduce violation rate.</a:t>
            </a:r>
          </a:p>
        </p:txBody>
      </p:sp>
    </p:spTree>
    <p:extLst>
      <p:ext uri="{BB962C8B-B14F-4D97-AF65-F5344CB8AC3E}">
        <p14:creationId xmlns:p14="http://schemas.microsoft.com/office/powerpoint/2010/main" val="1576065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ABD3-5C28-3B51-E183-4F94ECC0D98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D40EF2E-1A6E-760C-0BD5-385B9907BED2}"/>
              </a:ext>
            </a:extLst>
          </p:cNvPr>
          <p:cNvSpPr>
            <a:spLocks noGrp="1"/>
          </p:cNvSpPr>
          <p:nvPr>
            <p:ph type="title"/>
          </p:nvPr>
        </p:nvSpPr>
        <p:spPr>
          <a:xfrm>
            <a:off x="1142254" y="0"/>
            <a:ext cx="8401796" cy="1158960"/>
          </a:xfrm>
        </p:spPr>
        <p:txBody>
          <a:bodyPr/>
          <a:lstStyle/>
          <a:p>
            <a:r>
              <a:rPr lang="en-US" sz="3600" b="1" dirty="0">
                <a:effectLst/>
                <a:latin typeface="Aptos" panose="020B0004020202020204" pitchFamily="34" charset="0"/>
                <a:ea typeface="Aptos" panose="020B0004020202020204" pitchFamily="34" charset="0"/>
                <a:cs typeface="Times New Roman" panose="02020603050405020304" pitchFamily="18" charset="0"/>
              </a:rPr>
              <a:t> </a:t>
            </a:r>
            <a:r>
              <a:rPr lang="en-US" sz="4400" b="1" dirty="0">
                <a:effectLst/>
                <a:latin typeface="Aptos" panose="020B0004020202020204" pitchFamily="34" charset="0"/>
                <a:ea typeface="Aptos" panose="020B0004020202020204" pitchFamily="34" charset="0"/>
                <a:cs typeface="Times New Roman" panose="02020603050405020304" pitchFamily="18" charset="0"/>
              </a:rPr>
              <a:t>NextGen </a:t>
            </a:r>
            <a:r>
              <a:rPr lang="en-US" sz="4400" b="1" dirty="0">
                <a:latin typeface="Aptos" panose="020B0004020202020204" pitchFamily="34" charset="0"/>
                <a:ea typeface="Aptos" panose="020B0004020202020204" pitchFamily="34" charset="0"/>
                <a:cs typeface="Times New Roman" panose="02020603050405020304" pitchFamily="18" charset="0"/>
              </a:rPr>
              <a:t>INSIGHTS TO DELIVER</a:t>
            </a:r>
            <a:endParaRPr lang="en-US" sz="4400" dirty="0"/>
          </a:p>
        </p:txBody>
      </p:sp>
      <p:sp>
        <p:nvSpPr>
          <p:cNvPr id="10" name="Text Placeholder 3">
            <a:extLst>
              <a:ext uri="{FF2B5EF4-FFF2-40B4-BE49-F238E27FC236}">
                <a16:creationId xmlns:a16="http://schemas.microsoft.com/office/drawing/2014/main" id="{9130D952-6D1F-58EA-4781-D06C53230D43}"/>
              </a:ext>
            </a:extLst>
          </p:cNvPr>
          <p:cNvSpPr>
            <a:spLocks noGrp="1"/>
          </p:cNvSpPr>
          <p:nvPr>
            <p:ph type="body" sz="half" idx="2"/>
          </p:nvPr>
        </p:nvSpPr>
        <p:spPr>
          <a:xfrm>
            <a:off x="1142254" y="1224643"/>
            <a:ext cx="8907680" cy="4841421"/>
          </a:xfrm>
        </p:spPr>
        <p:txBody>
          <a:bodyPr>
            <a:normAutofit/>
          </a:bodyPr>
          <a:lstStyle/>
          <a:p>
            <a:pPr marL="285750" indent="-285750">
              <a:lnSpc>
                <a:spcPct val="200000"/>
              </a:lnSpc>
              <a:buFont typeface="Arial" panose="020B0604020202020204" pitchFamily="34" charset="0"/>
              <a:buChar char="•"/>
            </a:pPr>
            <a:r>
              <a:rPr lang="en-US" sz="1600" dirty="0">
                <a:latin typeface="Aptos" panose="020B0004020202020204" pitchFamily="34" charset="0"/>
              </a:rPr>
              <a:t>KPI’s for Complaints and Violations</a:t>
            </a:r>
          </a:p>
          <a:p>
            <a:pPr marL="285750" indent="-285750">
              <a:lnSpc>
                <a:spcPct val="200000"/>
              </a:lnSpc>
              <a:buFont typeface="Arial" panose="020B0604020202020204" pitchFamily="34" charset="0"/>
              <a:buChar char="•"/>
            </a:pPr>
            <a:r>
              <a:rPr lang="en-US" sz="1600" dirty="0">
                <a:latin typeface="Aptos" panose="020B0004020202020204" pitchFamily="34" charset="0"/>
              </a:rPr>
              <a:t>Geospatial Complaint &amp; Violation Distribution,</a:t>
            </a:r>
          </a:p>
          <a:p>
            <a:pPr marL="285750" indent="-285750">
              <a:lnSpc>
                <a:spcPct val="200000"/>
              </a:lnSpc>
              <a:buFont typeface="Arial" panose="020B0604020202020204" pitchFamily="34" charset="0"/>
              <a:buChar char="•"/>
            </a:pPr>
            <a:r>
              <a:rPr lang="en-US" sz="1600" dirty="0">
                <a:latin typeface="Aptos" panose="020B0004020202020204" pitchFamily="34" charset="0"/>
              </a:rPr>
              <a:t>Complaints by buildings,</a:t>
            </a:r>
          </a:p>
          <a:p>
            <a:pPr marL="285750" indent="-285750">
              <a:lnSpc>
                <a:spcPct val="200000"/>
              </a:lnSpc>
              <a:buFont typeface="Arial" panose="020B0604020202020204" pitchFamily="34" charset="0"/>
              <a:buChar char="•"/>
            </a:pPr>
            <a:r>
              <a:rPr lang="en-US" sz="1600" dirty="0">
                <a:latin typeface="Aptos" panose="020B0004020202020204" pitchFamily="34" charset="0"/>
              </a:rPr>
              <a:t>Complaint &amp; Violation Trends Over Time (2022–2024),</a:t>
            </a:r>
          </a:p>
          <a:p>
            <a:pPr marL="285750" indent="-285750">
              <a:lnSpc>
                <a:spcPct val="200000"/>
              </a:lnSpc>
              <a:buFont typeface="Arial" panose="020B0604020202020204" pitchFamily="34" charset="0"/>
              <a:buChar char="•"/>
            </a:pPr>
            <a:r>
              <a:rPr lang="en-US" sz="1600" dirty="0">
                <a:latin typeface="Aptos" panose="020B0004020202020204" pitchFamily="34" charset="0"/>
              </a:rPr>
              <a:t>Complaint Category Breakdown , </a:t>
            </a:r>
          </a:p>
          <a:p>
            <a:pPr marL="285750" indent="-285750">
              <a:lnSpc>
                <a:spcPct val="200000"/>
              </a:lnSpc>
              <a:buFont typeface="Arial" panose="020B0604020202020204" pitchFamily="34" charset="0"/>
              <a:buChar char="•"/>
            </a:pPr>
            <a:r>
              <a:rPr lang="en-US" sz="1600" dirty="0">
                <a:latin typeface="Aptos" panose="020B0004020202020204" pitchFamily="34" charset="0"/>
              </a:rPr>
              <a:t>Monthly Complaint Seasonality,</a:t>
            </a:r>
          </a:p>
          <a:p>
            <a:pPr marL="285750" indent="-285750">
              <a:lnSpc>
                <a:spcPct val="200000"/>
              </a:lnSpc>
              <a:buFont typeface="Arial" panose="020B0604020202020204" pitchFamily="34" charset="0"/>
              <a:buChar char="•"/>
            </a:pPr>
            <a:r>
              <a:rPr lang="en-US" sz="1600" dirty="0">
                <a:latin typeface="Aptos" panose="020B0004020202020204" pitchFamily="34" charset="0"/>
              </a:rPr>
              <a:t>Violation Resolution Timelines by Priority.</a:t>
            </a:r>
          </a:p>
        </p:txBody>
      </p:sp>
    </p:spTree>
    <p:extLst>
      <p:ext uri="{BB962C8B-B14F-4D97-AF65-F5344CB8AC3E}">
        <p14:creationId xmlns:p14="http://schemas.microsoft.com/office/powerpoint/2010/main" val="1250161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494B42E0-2AE3-0B99-C4CF-2F3AEB4FADE4}"/>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13B709B-3A7C-89B5-CA91-3AA1631BF392}"/>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36D764CB-7A46-28F4-8152-9B1EA3B4BE1D}"/>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B5A89FA4-05C0-D19E-7FD8-33B6110EB602}"/>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D04BFA0B-B4C2-FFAA-3FA7-49F6B6359E1E}"/>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6783DE2A-B877-29E1-2EC0-EB4002825B51}"/>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a:extLst>
              <a:ext uri="{FF2B5EF4-FFF2-40B4-BE49-F238E27FC236}">
                <a16:creationId xmlns:a16="http://schemas.microsoft.com/office/drawing/2014/main" id="{D334189A-5A96-0F56-F5D5-7CE627B240F9}"/>
              </a:ext>
            </a:extLst>
          </p:cNvPr>
          <p:cNvSpPr>
            <a:spLocks noGrp="1"/>
          </p:cNvSpPr>
          <p:nvPr>
            <p:ph idx="1"/>
          </p:nvPr>
        </p:nvSpPr>
        <p:spPr>
          <a:xfrm>
            <a:off x="587214" y="563335"/>
            <a:ext cx="4064031" cy="5878286"/>
          </a:xfrm>
        </p:spPr>
        <p:txBody>
          <a:bodyPr anchor="ctr">
            <a:normAutofit fontScale="47500" lnSpcReduction="20000"/>
          </a:bodyPr>
          <a:lstStyle/>
          <a:p>
            <a:pPr marL="0" marR="0">
              <a:lnSpc>
                <a:spcPct val="115000"/>
              </a:lnSpc>
              <a:spcAft>
                <a:spcPts val="800"/>
              </a:spcAft>
              <a:buNone/>
            </a:pPr>
            <a:r>
              <a:rPr lang="en-US" sz="3100" b="1" dirty="0"/>
              <a:t>TOP KEY PERFOMANCE INDICATORS.</a:t>
            </a:r>
          </a:p>
          <a:p>
            <a:pPr marL="0">
              <a:spcAft>
                <a:spcPts val="800"/>
              </a:spcAft>
              <a:buNone/>
            </a:pPr>
            <a:r>
              <a:rPr lang="en-US" sz="2800" b="1" dirty="0"/>
              <a:t>Insight:</a:t>
            </a:r>
          </a:p>
          <a:p>
            <a:pPr marL="0" marR="0">
              <a:buNone/>
            </a:pPr>
            <a:r>
              <a:rPr lang="en-GB" sz="3000" dirty="0">
                <a:effectLst/>
                <a:latin typeface="Aptos Display" panose="020B0004020202020204" pitchFamily="34" charset="0"/>
                <a:ea typeface="Liberation Serif"/>
                <a:cs typeface="Liberation Serif"/>
              </a:rPr>
              <a:t>Total Complaints: 1.17M</a:t>
            </a:r>
            <a:endParaRPr lang="en-US" sz="3000" dirty="0">
              <a:effectLst/>
              <a:latin typeface="Aptos Display" panose="020B0004020202020204" pitchFamily="34" charset="0"/>
              <a:ea typeface="Liberation Serif"/>
              <a:cs typeface="Liberation Serif"/>
            </a:endParaRPr>
          </a:p>
          <a:p>
            <a:pPr marL="0" marR="0">
              <a:buNone/>
            </a:pPr>
            <a:r>
              <a:rPr lang="en-GB" sz="3000" dirty="0">
                <a:effectLst/>
                <a:latin typeface="Aptos Display" panose="020B0004020202020204" pitchFamily="34" charset="0"/>
                <a:ea typeface="Liberation Serif"/>
                <a:cs typeface="Liberation Serif"/>
              </a:rPr>
              <a:t>Complaint-Driven Violations: 250.29K</a:t>
            </a:r>
            <a:endParaRPr lang="en-US" sz="3000" dirty="0">
              <a:effectLst/>
              <a:latin typeface="Aptos Display" panose="020B0004020202020204" pitchFamily="34" charset="0"/>
              <a:ea typeface="Liberation Serif"/>
              <a:cs typeface="Liberation Serif"/>
            </a:endParaRPr>
          </a:p>
          <a:p>
            <a:pPr marL="0" marR="0">
              <a:buNone/>
            </a:pPr>
            <a:r>
              <a:rPr lang="en-GB" sz="3000" dirty="0">
                <a:effectLst/>
                <a:latin typeface="Aptos Display" panose="020B0004020202020204" pitchFamily="34" charset="0"/>
                <a:ea typeface="Liberation Serif"/>
                <a:cs typeface="Liberation Serif"/>
              </a:rPr>
              <a:t>Avg. Complaint-to-Violation Rate: 20%</a:t>
            </a:r>
            <a:endParaRPr lang="en-US" sz="3000" dirty="0">
              <a:effectLst/>
              <a:latin typeface="Aptos Display" panose="020B0004020202020204" pitchFamily="34" charset="0"/>
              <a:ea typeface="Liberation Serif"/>
              <a:cs typeface="Liberation Serif"/>
            </a:endParaRPr>
          </a:p>
          <a:p>
            <a:pPr marL="0" marR="0">
              <a:buNone/>
            </a:pPr>
            <a:r>
              <a:rPr lang="en-GB" sz="3000" dirty="0">
                <a:effectLst/>
                <a:latin typeface="Aptos Display" panose="020B0004020202020204" pitchFamily="34" charset="0"/>
                <a:ea typeface="Liberation Serif"/>
                <a:cs typeface="Liberation Serif"/>
              </a:rPr>
              <a:t>Top Borough by Violation Rate: Bronx</a:t>
            </a:r>
            <a:endParaRPr lang="en-US" sz="3000" dirty="0">
              <a:effectLst/>
              <a:latin typeface="Aptos Display" panose="020B0004020202020204" pitchFamily="34" charset="0"/>
              <a:ea typeface="Liberation Serif"/>
              <a:cs typeface="Liberation Serif"/>
            </a:endParaRPr>
          </a:p>
          <a:p>
            <a:pPr marL="0" marR="0">
              <a:buNone/>
            </a:pPr>
            <a:r>
              <a:rPr lang="en-GB" sz="3000" dirty="0">
                <a:effectLst/>
                <a:latin typeface="Aptos Display" panose="020B0004020202020204" pitchFamily="34" charset="0"/>
                <a:ea typeface="Liberation Serif"/>
                <a:cs typeface="Liberation Serif"/>
              </a:rPr>
              <a:t>This indicates that 1 in every 5 complaints results in a violation, and the Bronx is the area with the highest violation rate across all boroughs.</a:t>
            </a:r>
            <a:endParaRPr lang="en-US" sz="3000" dirty="0">
              <a:effectLst/>
              <a:latin typeface="Aptos Display" panose="020B0004020202020204" pitchFamily="34" charset="0"/>
              <a:ea typeface="Liberation Serif"/>
              <a:cs typeface="Liberation Serif"/>
            </a:endParaRPr>
          </a:p>
          <a:p>
            <a:pPr marL="0" marR="0">
              <a:buNone/>
            </a:pPr>
            <a:r>
              <a:rPr lang="en-GB" sz="3000" b="1" dirty="0">
                <a:effectLst/>
                <a:latin typeface="Aptos Display" panose="020B0004020202020204" pitchFamily="34" charset="0"/>
                <a:ea typeface="Liberation Serif"/>
                <a:cs typeface="Liberation Serif"/>
              </a:rPr>
              <a:t>Implication</a:t>
            </a:r>
            <a:endParaRPr lang="en-US" sz="3000" b="1" dirty="0">
              <a:effectLst/>
              <a:latin typeface="Aptos Display" panose="020B0004020202020204" pitchFamily="34" charset="0"/>
              <a:ea typeface="Liberation Serif"/>
              <a:cs typeface="Liberation Serif"/>
            </a:endParaRPr>
          </a:p>
          <a:p>
            <a:pPr marL="0" marR="0">
              <a:buNone/>
            </a:pPr>
            <a:r>
              <a:rPr lang="en-GB" sz="3000" dirty="0">
                <a:effectLst/>
                <a:latin typeface="Aptos Display" panose="020B0004020202020204" pitchFamily="34" charset="0"/>
                <a:ea typeface="Liberation Serif"/>
                <a:cs typeface="Liberation Serif"/>
              </a:rPr>
              <a:t>A 20% conversion rate from complaints to violations signals a high risk of non-compliance and possible operational inefficiencies in property management.</a:t>
            </a:r>
            <a:endParaRPr lang="en-US" sz="3000" dirty="0">
              <a:effectLst/>
              <a:latin typeface="Aptos Display" panose="020B0004020202020204" pitchFamily="34" charset="0"/>
              <a:ea typeface="Liberation Serif"/>
              <a:cs typeface="Liberation Serif"/>
            </a:endParaRPr>
          </a:p>
          <a:p>
            <a:pPr marL="0" marR="0">
              <a:buNone/>
            </a:pPr>
            <a:r>
              <a:rPr lang="en-GB" sz="3000" dirty="0">
                <a:effectLst/>
                <a:latin typeface="Aptos Display" panose="020B0004020202020204" pitchFamily="34" charset="0"/>
                <a:ea typeface="Liberation Serif"/>
                <a:cs typeface="Liberation Serif"/>
              </a:rPr>
              <a:t>The Bronx portfolio is under heightened scrutiny and may be contributing disproportionately to enforcement actions.</a:t>
            </a:r>
            <a:endParaRPr lang="en-US" sz="3000" dirty="0">
              <a:effectLst/>
              <a:latin typeface="Aptos Display" panose="020B0004020202020204" pitchFamily="34" charset="0"/>
              <a:ea typeface="Liberation Serif"/>
              <a:cs typeface="Liberation Serif"/>
            </a:endParaRPr>
          </a:p>
          <a:p>
            <a:pPr marL="0" marR="0">
              <a:buNone/>
            </a:pPr>
            <a:r>
              <a:rPr lang="en-GB" sz="3000" dirty="0">
                <a:effectLst/>
                <a:latin typeface="Aptos Display" panose="020B0004020202020204" pitchFamily="34" charset="0"/>
                <a:ea typeface="Liberation Serif"/>
                <a:cs typeface="Liberation Serif"/>
              </a:rPr>
              <a:t>These trends may lead to increased legal costs, fines, and reputational damage, especially if left unaddressed.</a:t>
            </a:r>
            <a:endParaRPr lang="en-US" sz="3000" dirty="0">
              <a:effectLst/>
              <a:latin typeface="Aptos Display" panose="020B0004020202020204" pitchFamily="34" charset="0"/>
              <a:ea typeface="Liberation Serif"/>
              <a:cs typeface="Liberation Serif"/>
            </a:endParaRPr>
          </a:p>
          <a:p>
            <a:pPr marL="0" marR="0">
              <a:lnSpc>
                <a:spcPct val="115000"/>
              </a:lnSpc>
              <a:spcAft>
                <a:spcPts val="800"/>
              </a:spcAft>
              <a:buNone/>
            </a:pPr>
            <a:endParaRPr lang="en-US" sz="1200" dirty="0"/>
          </a:p>
        </p:txBody>
      </p:sp>
      <p:pic>
        <p:nvPicPr>
          <p:cNvPr id="7" name="Picture 6">
            <a:extLst>
              <a:ext uri="{FF2B5EF4-FFF2-40B4-BE49-F238E27FC236}">
                <a16:creationId xmlns:a16="http://schemas.microsoft.com/office/drawing/2014/main" id="{037260EE-8CE4-8640-E653-21B1E60DAA07}"/>
              </a:ext>
            </a:extLst>
          </p:cNvPr>
          <p:cNvPicPr>
            <a:picLocks noChangeAspect="1"/>
          </p:cNvPicPr>
          <p:nvPr/>
        </p:nvPicPr>
        <p:blipFill>
          <a:blip r:embed="rId4"/>
          <a:stretch>
            <a:fillRect/>
          </a:stretch>
        </p:blipFill>
        <p:spPr>
          <a:xfrm>
            <a:off x="4911041" y="1967593"/>
            <a:ext cx="3181794" cy="857370"/>
          </a:xfrm>
          <a:prstGeom prst="rect">
            <a:avLst/>
          </a:prstGeom>
        </p:spPr>
      </p:pic>
      <p:pic>
        <p:nvPicPr>
          <p:cNvPr id="9" name="Picture 8">
            <a:extLst>
              <a:ext uri="{FF2B5EF4-FFF2-40B4-BE49-F238E27FC236}">
                <a16:creationId xmlns:a16="http://schemas.microsoft.com/office/drawing/2014/main" id="{91465916-5BF8-5ADA-E766-85ECD94C8853}"/>
              </a:ext>
            </a:extLst>
          </p:cNvPr>
          <p:cNvPicPr>
            <a:picLocks noChangeAspect="1"/>
          </p:cNvPicPr>
          <p:nvPr/>
        </p:nvPicPr>
        <p:blipFill>
          <a:blip r:embed="rId5"/>
          <a:stretch>
            <a:fillRect/>
          </a:stretch>
        </p:blipFill>
        <p:spPr>
          <a:xfrm>
            <a:off x="8349580" y="1857435"/>
            <a:ext cx="3258005" cy="876422"/>
          </a:xfrm>
          <a:prstGeom prst="rect">
            <a:avLst/>
          </a:prstGeom>
        </p:spPr>
      </p:pic>
      <p:pic>
        <p:nvPicPr>
          <p:cNvPr id="12" name="Picture 11">
            <a:extLst>
              <a:ext uri="{FF2B5EF4-FFF2-40B4-BE49-F238E27FC236}">
                <a16:creationId xmlns:a16="http://schemas.microsoft.com/office/drawing/2014/main" id="{AC4386BF-A508-6972-70F8-464C74E08D4D}"/>
              </a:ext>
            </a:extLst>
          </p:cNvPr>
          <p:cNvPicPr>
            <a:picLocks noChangeAspect="1"/>
          </p:cNvPicPr>
          <p:nvPr/>
        </p:nvPicPr>
        <p:blipFill>
          <a:blip r:embed="rId6"/>
          <a:stretch>
            <a:fillRect/>
          </a:stretch>
        </p:blipFill>
        <p:spPr>
          <a:xfrm>
            <a:off x="4863409" y="3592113"/>
            <a:ext cx="3229426" cy="847843"/>
          </a:xfrm>
          <a:prstGeom prst="rect">
            <a:avLst/>
          </a:prstGeom>
        </p:spPr>
      </p:pic>
      <p:pic>
        <p:nvPicPr>
          <p:cNvPr id="14" name="Picture 13">
            <a:extLst>
              <a:ext uri="{FF2B5EF4-FFF2-40B4-BE49-F238E27FC236}">
                <a16:creationId xmlns:a16="http://schemas.microsoft.com/office/drawing/2014/main" id="{95E715F2-32AD-FEC6-1CA4-6F30A93DB2A0}"/>
              </a:ext>
            </a:extLst>
          </p:cNvPr>
          <p:cNvPicPr>
            <a:picLocks noChangeAspect="1"/>
          </p:cNvPicPr>
          <p:nvPr/>
        </p:nvPicPr>
        <p:blipFill>
          <a:blip r:embed="rId7"/>
          <a:stretch>
            <a:fillRect/>
          </a:stretch>
        </p:blipFill>
        <p:spPr>
          <a:xfrm>
            <a:off x="8387896" y="3592043"/>
            <a:ext cx="3255205" cy="847913"/>
          </a:xfrm>
          <a:prstGeom prst="rect">
            <a:avLst/>
          </a:prstGeom>
        </p:spPr>
      </p:pic>
    </p:spTree>
    <p:extLst>
      <p:ext uri="{BB962C8B-B14F-4D97-AF65-F5344CB8AC3E}">
        <p14:creationId xmlns:p14="http://schemas.microsoft.com/office/powerpoint/2010/main" val="231017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B337526A-862A-71AB-3A9A-F0625722B4A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3C2E6BC-70DA-AAC3-7001-2E143C5187B6}"/>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0E5CD576-41F0-AB76-6500-4C63BE0B43F5}"/>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7DD2FBC0-6906-7A8E-B191-EA010E4064BD}"/>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4343692-742A-A4FF-603C-27F3D2A7085E}"/>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1BC54A40-B90A-0618-F501-E7F6C650D8C9}"/>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a:extLst>
              <a:ext uri="{FF2B5EF4-FFF2-40B4-BE49-F238E27FC236}">
                <a16:creationId xmlns:a16="http://schemas.microsoft.com/office/drawing/2014/main" id="{4E05AE9F-D601-0E64-8121-9041B84C19DC}"/>
              </a:ext>
            </a:extLst>
          </p:cNvPr>
          <p:cNvSpPr>
            <a:spLocks noGrp="1"/>
          </p:cNvSpPr>
          <p:nvPr>
            <p:ph idx="1"/>
          </p:nvPr>
        </p:nvSpPr>
        <p:spPr>
          <a:xfrm>
            <a:off x="571538" y="881743"/>
            <a:ext cx="3992293" cy="4408713"/>
          </a:xfrm>
        </p:spPr>
        <p:txBody>
          <a:bodyPr anchor="ctr">
            <a:normAutofit/>
          </a:bodyPr>
          <a:lstStyle/>
          <a:p>
            <a:pPr marL="0" marR="0">
              <a:lnSpc>
                <a:spcPct val="115000"/>
              </a:lnSpc>
              <a:spcAft>
                <a:spcPts val="800"/>
              </a:spcAft>
              <a:buNone/>
            </a:pPr>
            <a:r>
              <a:rPr lang="en-US" sz="1600" b="1" dirty="0">
                <a:latin typeface="Aptos Display" panose="020B0004020202020204" pitchFamily="34" charset="0"/>
              </a:rPr>
              <a:t>TOP KEY PERFOMANCE INDICATORS.</a:t>
            </a:r>
          </a:p>
          <a:p>
            <a:pPr marL="0">
              <a:spcAft>
                <a:spcPts val="800"/>
              </a:spcAft>
              <a:buNone/>
            </a:pPr>
            <a:r>
              <a:rPr lang="en-US" sz="1400" b="1" dirty="0">
                <a:latin typeface="Aptos Display" panose="020B0004020202020204" pitchFamily="34" charset="0"/>
              </a:rPr>
              <a:t>Insight:</a:t>
            </a:r>
          </a:p>
          <a:p>
            <a:pPr marL="0">
              <a:spcAft>
                <a:spcPts val="800"/>
              </a:spcAft>
              <a:buNone/>
            </a:pPr>
            <a:r>
              <a:rPr lang="en-US" sz="1400" dirty="0">
                <a:latin typeface="Aptos Display" panose="020B0004020202020204" pitchFamily="34" charset="0"/>
              </a:rPr>
              <a:t>Complaints dipped in 2020 (possibly due to covid) but spiked again in 2021 and has since been increasing.</a:t>
            </a:r>
          </a:p>
          <a:p>
            <a:pPr marL="0">
              <a:spcAft>
                <a:spcPts val="800"/>
              </a:spcAft>
              <a:buNone/>
            </a:pPr>
            <a:r>
              <a:rPr lang="en-US" sz="1400" dirty="0">
                <a:latin typeface="Aptos Display" panose="020B0004020202020204" pitchFamily="34" charset="0"/>
              </a:rPr>
              <a:t>Bronx, Brooklyn and Manhattan have the highest volume of complaints in every year across all years. </a:t>
            </a:r>
          </a:p>
          <a:p>
            <a:pPr marL="0" marR="0">
              <a:lnSpc>
                <a:spcPct val="115000"/>
              </a:lnSpc>
              <a:spcAft>
                <a:spcPts val="800"/>
              </a:spcAft>
              <a:buNone/>
            </a:pPr>
            <a:endParaRPr lang="en-US" sz="1200" dirty="0"/>
          </a:p>
        </p:txBody>
      </p:sp>
      <p:pic>
        <p:nvPicPr>
          <p:cNvPr id="5" name="Picture 4" descr="A screenshot of a graph&#10;&#10;AI-generated content may be incorrect.">
            <a:extLst>
              <a:ext uri="{FF2B5EF4-FFF2-40B4-BE49-F238E27FC236}">
                <a16:creationId xmlns:a16="http://schemas.microsoft.com/office/drawing/2014/main" id="{15E6490E-E90C-F3C6-173B-CC53273327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2292" y="1796635"/>
            <a:ext cx="6524866" cy="1750686"/>
          </a:xfrm>
          <a:prstGeom prst="rect">
            <a:avLst/>
          </a:prstGeom>
        </p:spPr>
      </p:pic>
    </p:spTree>
    <p:extLst>
      <p:ext uri="{BB962C8B-B14F-4D97-AF65-F5344CB8AC3E}">
        <p14:creationId xmlns:p14="http://schemas.microsoft.com/office/powerpoint/2010/main" val="2443477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9348FB68-4381-52D1-1F39-15D95B05B8A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4A21C75-4850-77AC-6B96-FECCD9427C66}"/>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D05E07AB-2A5F-7BB0-ACDF-18D1CDEC8E84}"/>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1CBEE85-AC2C-6478-B0A0-A621E2430D0B}"/>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41E271E6-87B7-6566-4FC4-B8AC43AAC378}"/>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5D652150-57A8-2BC2-AD7D-13A489FB2AEA}"/>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pic>
        <p:nvPicPr>
          <p:cNvPr id="2" name="Picture 1">
            <a:extLst>
              <a:ext uri="{FF2B5EF4-FFF2-40B4-BE49-F238E27FC236}">
                <a16:creationId xmlns:a16="http://schemas.microsoft.com/office/drawing/2014/main" id="{2EADB49A-FD5F-DA30-0A08-99BBC711BCF2}"/>
              </a:ext>
            </a:extLst>
          </p:cNvPr>
          <p:cNvPicPr>
            <a:picLocks noChangeAspect="1"/>
          </p:cNvPicPr>
          <p:nvPr/>
        </p:nvPicPr>
        <p:blipFill>
          <a:blip r:embed="rId4"/>
          <a:stretch>
            <a:fillRect/>
          </a:stretch>
        </p:blipFill>
        <p:spPr>
          <a:xfrm>
            <a:off x="4817461" y="657250"/>
            <a:ext cx="3447526" cy="2388483"/>
          </a:xfrm>
          <a:prstGeom prst="rect">
            <a:avLst/>
          </a:prstGeom>
        </p:spPr>
      </p:pic>
      <p:pic>
        <p:nvPicPr>
          <p:cNvPr id="4" name="Picture 3">
            <a:extLst>
              <a:ext uri="{FF2B5EF4-FFF2-40B4-BE49-F238E27FC236}">
                <a16:creationId xmlns:a16="http://schemas.microsoft.com/office/drawing/2014/main" id="{2FFEF01E-ABE5-AD8B-EFC2-BF6E62A4DBCC}"/>
              </a:ext>
            </a:extLst>
          </p:cNvPr>
          <p:cNvPicPr>
            <a:picLocks noChangeAspect="1"/>
          </p:cNvPicPr>
          <p:nvPr/>
        </p:nvPicPr>
        <p:blipFill>
          <a:blip r:embed="rId5"/>
          <a:stretch>
            <a:fillRect/>
          </a:stretch>
        </p:blipFill>
        <p:spPr>
          <a:xfrm>
            <a:off x="8349581" y="1973960"/>
            <a:ext cx="3293864" cy="2388483"/>
          </a:xfrm>
          <a:prstGeom prst="rect">
            <a:avLst/>
          </a:prstGeom>
        </p:spPr>
      </p:pic>
      <p:pic>
        <p:nvPicPr>
          <p:cNvPr id="5" name="Picture 4">
            <a:extLst>
              <a:ext uri="{FF2B5EF4-FFF2-40B4-BE49-F238E27FC236}">
                <a16:creationId xmlns:a16="http://schemas.microsoft.com/office/drawing/2014/main" id="{30F6302E-01E6-8101-C53D-92617AAFB37C}"/>
              </a:ext>
            </a:extLst>
          </p:cNvPr>
          <p:cNvPicPr>
            <a:picLocks noChangeAspect="1"/>
          </p:cNvPicPr>
          <p:nvPr/>
        </p:nvPicPr>
        <p:blipFill>
          <a:blip r:embed="rId6"/>
          <a:stretch>
            <a:fillRect/>
          </a:stretch>
        </p:blipFill>
        <p:spPr>
          <a:xfrm>
            <a:off x="4817461" y="3622603"/>
            <a:ext cx="3447526" cy="2343098"/>
          </a:xfrm>
          <a:prstGeom prst="rect">
            <a:avLst/>
          </a:prstGeom>
        </p:spPr>
      </p:pic>
      <p:sp>
        <p:nvSpPr>
          <p:cNvPr id="6" name="Content Placeholder 5">
            <a:extLst>
              <a:ext uri="{FF2B5EF4-FFF2-40B4-BE49-F238E27FC236}">
                <a16:creationId xmlns:a16="http://schemas.microsoft.com/office/drawing/2014/main" id="{5C12CDDD-EC52-5E5B-3DEC-D8434743C243}"/>
              </a:ext>
            </a:extLst>
          </p:cNvPr>
          <p:cNvSpPr>
            <a:spLocks noGrp="1"/>
          </p:cNvSpPr>
          <p:nvPr>
            <p:ph idx="1"/>
          </p:nvPr>
        </p:nvSpPr>
        <p:spPr>
          <a:xfrm>
            <a:off x="548555" y="195944"/>
            <a:ext cx="4184312" cy="6474278"/>
          </a:xfrm>
        </p:spPr>
        <p:txBody>
          <a:bodyPr>
            <a:normAutofit fontScale="40000" lnSpcReduction="20000"/>
          </a:bodyPr>
          <a:lstStyle/>
          <a:p>
            <a:pPr marL="0" marR="0">
              <a:buNone/>
            </a:pPr>
            <a:endParaRPr lang="en-GB" sz="3100" b="1" dirty="0">
              <a:effectLst/>
              <a:latin typeface="Liberation Serif"/>
              <a:ea typeface="Liberation Serif"/>
              <a:cs typeface="Liberation Serif"/>
            </a:endParaRPr>
          </a:p>
          <a:p>
            <a:pPr marL="0" marR="0">
              <a:buNone/>
            </a:pPr>
            <a:r>
              <a:rPr lang="en-GB" sz="3100" b="1" dirty="0">
                <a:latin typeface="Aptos Display" panose="020B0004020202020204" pitchFamily="34" charset="0"/>
                <a:ea typeface="Liberation Serif"/>
                <a:cs typeface="Liberation Serif"/>
              </a:rPr>
              <a:t>Geospatial Distribution of Complaints and Violations</a:t>
            </a:r>
          </a:p>
          <a:p>
            <a:pPr marL="0" marR="0">
              <a:buNone/>
            </a:pPr>
            <a:r>
              <a:rPr lang="en-GB" sz="3100" b="1" dirty="0">
                <a:effectLst/>
                <a:latin typeface="Aptos Display" panose="020B0004020202020204" pitchFamily="34" charset="0"/>
                <a:ea typeface="Liberation Serif"/>
                <a:cs typeface="Liberation Serif"/>
              </a:rPr>
              <a:t>Insights</a:t>
            </a:r>
            <a:endParaRPr lang="en-US" sz="1800" dirty="0">
              <a:effectLst/>
              <a:latin typeface="Aptos Display" panose="020B0004020202020204" pitchFamily="34" charset="0"/>
              <a:ea typeface="Liberation Serif"/>
              <a:cs typeface="Liberation Serif"/>
            </a:endParaRPr>
          </a:p>
          <a:p>
            <a:pPr marL="0" marR="0">
              <a:buNone/>
            </a:pPr>
            <a:r>
              <a:rPr lang="en-GB" sz="2500" dirty="0">
                <a:effectLst/>
                <a:latin typeface="Aptos Display" panose="020B0004020202020204" pitchFamily="34" charset="0"/>
                <a:ea typeface="Liberation Serif"/>
                <a:cs typeface="Liberation Serif"/>
              </a:rPr>
              <a:t>Complaint Volume: The Bronx reported the highest complaint count (413,832), followed by Brooklyn (327,760) and Manhattan (258,625). Staten Island had the lowest (17,619).</a:t>
            </a:r>
            <a:endParaRPr lang="en-US" sz="2500" dirty="0">
              <a:effectLst/>
              <a:latin typeface="Aptos Display" panose="020B0004020202020204" pitchFamily="34" charset="0"/>
              <a:ea typeface="Liberation Serif"/>
              <a:cs typeface="Liberation Serif"/>
            </a:endParaRPr>
          </a:p>
          <a:p>
            <a:pPr marL="0" marR="0">
              <a:buNone/>
            </a:pPr>
            <a:r>
              <a:rPr lang="en-GB" sz="2500" dirty="0">
                <a:effectLst/>
                <a:latin typeface="Aptos Display" panose="020B0004020202020204" pitchFamily="34" charset="0"/>
                <a:ea typeface="Liberation Serif"/>
                <a:cs typeface="Liberation Serif"/>
              </a:rPr>
              <a:t>Violation Rate: The Bronx (22%) and Brooklyn (21%) exhibited the highest violation rates. Manhattan had the lowest (15%). Staten Island's violation rate was 17%.</a:t>
            </a:r>
            <a:endParaRPr lang="en-US" sz="2500" dirty="0">
              <a:effectLst/>
              <a:latin typeface="Aptos Display" panose="020B0004020202020204" pitchFamily="34" charset="0"/>
              <a:ea typeface="Liberation Serif"/>
              <a:cs typeface="Liberation Serif"/>
            </a:endParaRPr>
          </a:p>
          <a:p>
            <a:pPr marL="0" marR="0">
              <a:buNone/>
            </a:pPr>
            <a:r>
              <a:rPr lang="en-GB" sz="2500" b="1" dirty="0">
                <a:effectLst/>
                <a:latin typeface="Aptos Display" panose="020B0004020202020204" pitchFamily="34" charset="0"/>
                <a:ea typeface="Liberation Serif"/>
                <a:cs typeface="Liberation Serif"/>
              </a:rPr>
              <a:t>Implications for Urban Edge</a:t>
            </a:r>
            <a:endParaRPr lang="en-US" sz="2500" b="1" dirty="0">
              <a:effectLst/>
              <a:latin typeface="Aptos Display" panose="020B0004020202020204" pitchFamily="34" charset="0"/>
              <a:ea typeface="Liberation Serif"/>
              <a:cs typeface="Liberation Serif"/>
            </a:endParaRPr>
          </a:p>
          <a:p>
            <a:pPr marL="0" marR="0">
              <a:buNone/>
            </a:pPr>
            <a:r>
              <a:rPr lang="en-GB" sz="2500" dirty="0">
                <a:effectLst/>
                <a:latin typeface="Aptos Display" panose="020B0004020202020204" pitchFamily="34" charset="0"/>
                <a:ea typeface="Liberation Serif"/>
                <a:cs typeface="Liberation Serif"/>
              </a:rPr>
              <a:t>HRM's failure to efficiently resolve issues in the Bronx and Brooklyn likely caused a backlog and tenant dissatisfaction.</a:t>
            </a:r>
            <a:endParaRPr lang="en-US" sz="2500" dirty="0">
              <a:effectLst/>
              <a:latin typeface="Aptos Display" panose="020B0004020202020204" pitchFamily="34" charset="0"/>
              <a:ea typeface="Liberation Serif"/>
              <a:cs typeface="Liberation Serif"/>
            </a:endParaRPr>
          </a:p>
          <a:p>
            <a:pPr marL="0" marR="0">
              <a:buNone/>
            </a:pPr>
            <a:r>
              <a:rPr lang="en-GB" sz="2500" dirty="0">
                <a:effectLst/>
                <a:latin typeface="Aptos Display" panose="020B0004020202020204" pitchFamily="34" charset="0"/>
                <a:ea typeface="Liberation Serif"/>
                <a:cs typeface="Liberation Serif"/>
              </a:rPr>
              <a:t>The disparity in violation rates, with Manhattan's low rate despite high complaints, suggests that better systems are achievable but were not evenly applied across boroughs.</a:t>
            </a:r>
            <a:endParaRPr lang="en-US" sz="2500" dirty="0">
              <a:effectLst/>
              <a:latin typeface="Aptos Display" panose="020B0004020202020204" pitchFamily="34" charset="0"/>
              <a:ea typeface="Liberation Serif"/>
              <a:cs typeface="Liberation Serif"/>
            </a:endParaRPr>
          </a:p>
          <a:p>
            <a:pPr marL="0" marR="0">
              <a:buNone/>
            </a:pPr>
            <a:r>
              <a:rPr lang="en-GB" sz="2500" dirty="0">
                <a:effectLst/>
                <a:latin typeface="Aptos Display" panose="020B0004020202020204" pitchFamily="34" charset="0"/>
                <a:ea typeface="Liberation Serif"/>
                <a:cs typeface="Liberation Serif"/>
              </a:rPr>
              <a:t>Staten Island's combination of low complaint volume and a notable violation rate points to potential neglect or misallocation of resources under HRM.</a:t>
            </a:r>
            <a:endParaRPr lang="en-US" sz="2500" dirty="0">
              <a:effectLst/>
              <a:latin typeface="Aptos Display" panose="020B0004020202020204" pitchFamily="34" charset="0"/>
              <a:ea typeface="Liberation Serif"/>
              <a:cs typeface="Liberation Serif"/>
            </a:endParaRPr>
          </a:p>
          <a:p>
            <a:pPr marL="0" marR="0">
              <a:buNone/>
            </a:pPr>
            <a:r>
              <a:rPr lang="en-GB" sz="2500" b="1" dirty="0">
                <a:effectLst/>
                <a:latin typeface="Aptos Display" panose="020B0004020202020204" pitchFamily="34" charset="0"/>
                <a:ea typeface="Liberation Serif"/>
                <a:cs typeface="Liberation Serif"/>
              </a:rPr>
              <a:t>Recommendations</a:t>
            </a:r>
            <a:endParaRPr lang="en-US" sz="2500" b="1" dirty="0">
              <a:effectLst/>
              <a:latin typeface="Aptos Display" panose="020B0004020202020204" pitchFamily="34" charset="0"/>
              <a:ea typeface="Liberation Serif"/>
              <a:cs typeface="Liberation Serif"/>
            </a:endParaRPr>
          </a:p>
          <a:p>
            <a:pPr marL="0" marR="0">
              <a:buNone/>
            </a:pPr>
            <a:r>
              <a:rPr lang="en-GB" sz="2500" dirty="0">
                <a:effectLst/>
                <a:latin typeface="Aptos Display" panose="020B0004020202020204" pitchFamily="34" charset="0"/>
                <a:ea typeface="Liberation Serif"/>
                <a:cs typeface="Liberation Serif"/>
              </a:rPr>
              <a:t>Operational: Prioritize interventions in the Bronx and Brooklyn due to high complaint volume and violation rates, focusing on high-density housing with proactive inspections and quick repairs. Implement a rapid-response unit in Staten Island to address backlogs and improve resolution times.</a:t>
            </a:r>
            <a:endParaRPr lang="en-US" sz="2500" dirty="0">
              <a:effectLst/>
              <a:latin typeface="Aptos Display" panose="020B0004020202020204" pitchFamily="34" charset="0"/>
              <a:ea typeface="Liberation Serif"/>
              <a:cs typeface="Liberation Serif"/>
            </a:endParaRPr>
          </a:p>
          <a:p>
            <a:pPr marL="0" marR="0">
              <a:buNone/>
            </a:pPr>
            <a:endParaRPr lang="en-US" sz="2500" dirty="0">
              <a:effectLst/>
              <a:latin typeface="Aptos Display" panose="020B0004020202020204" pitchFamily="34" charset="0"/>
              <a:ea typeface="Liberation Serif"/>
              <a:cs typeface="Liberation Serif"/>
            </a:endParaRPr>
          </a:p>
          <a:p>
            <a:pPr marL="0" marR="0" indent="0">
              <a:buNone/>
            </a:pPr>
            <a:r>
              <a:rPr lang="en-GB" sz="2500" b="1" dirty="0">
                <a:effectLst/>
                <a:latin typeface="Aptos Display" panose="020B0004020202020204" pitchFamily="34" charset="0"/>
                <a:ea typeface="Liberation Serif"/>
                <a:cs typeface="Liberation Serif"/>
              </a:rPr>
              <a:t>Communication </a:t>
            </a:r>
          </a:p>
          <a:p>
            <a:pPr marL="0" marR="0" indent="0">
              <a:buNone/>
            </a:pPr>
            <a:r>
              <a:rPr lang="en-GB" sz="2500" dirty="0">
                <a:effectLst/>
                <a:latin typeface="Aptos Display" panose="020B0004020202020204" pitchFamily="34" charset="0"/>
                <a:ea typeface="Liberation Serif"/>
                <a:cs typeface="Liberation Serif"/>
              </a:rPr>
              <a:t>Conduct a public rebranding effort in affected boroughs like the Bronx, informing residents about new management and improvement plans to rebuild trust. Initiate borough-specific outreach campaigns to understand key tenant concerns and establish realistic resolution timelines.</a:t>
            </a:r>
            <a:endParaRPr lang="en-US" sz="2500" dirty="0">
              <a:effectLst/>
              <a:latin typeface="Aptos Display" panose="020B0004020202020204" pitchFamily="34" charset="0"/>
              <a:ea typeface="Liberation Serif"/>
              <a:cs typeface="Liberation Serif"/>
            </a:endParaRPr>
          </a:p>
          <a:p>
            <a:pPr marL="0" indent="0">
              <a:buNone/>
            </a:pPr>
            <a:endParaRPr lang="en-US" dirty="0"/>
          </a:p>
        </p:txBody>
      </p:sp>
    </p:spTree>
    <p:extLst>
      <p:ext uri="{BB962C8B-B14F-4D97-AF65-F5344CB8AC3E}">
        <p14:creationId xmlns:p14="http://schemas.microsoft.com/office/powerpoint/2010/main" val="3890160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7189519D-0B0B-C5C4-2CA2-CB8A77A4A16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0D7873D-EA69-1E85-C54A-814C1C59E311}"/>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4587B2CB-358A-EAA8-E8B7-F4AA55F5083A}"/>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9218944E-7446-6AF4-AC82-1A6DC26B3A4D}"/>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F608B5EE-708F-6FDF-264C-4D6FC869863A}"/>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A406B0C6-DF1A-FF4F-8C14-8303D774A73A}"/>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pic>
        <p:nvPicPr>
          <p:cNvPr id="6" name="Picture 5">
            <a:extLst>
              <a:ext uri="{FF2B5EF4-FFF2-40B4-BE49-F238E27FC236}">
                <a16:creationId xmlns:a16="http://schemas.microsoft.com/office/drawing/2014/main" id="{7333D1FE-2405-CD78-128E-133FD83B5BB6}"/>
              </a:ext>
            </a:extLst>
          </p:cNvPr>
          <p:cNvPicPr>
            <a:picLocks noChangeAspect="1"/>
          </p:cNvPicPr>
          <p:nvPr/>
        </p:nvPicPr>
        <p:blipFill>
          <a:blip r:embed="rId4"/>
          <a:stretch>
            <a:fillRect/>
          </a:stretch>
        </p:blipFill>
        <p:spPr>
          <a:xfrm>
            <a:off x="4738890" y="1820636"/>
            <a:ext cx="6895625" cy="3200400"/>
          </a:xfrm>
          <a:prstGeom prst="rect">
            <a:avLst/>
          </a:prstGeom>
        </p:spPr>
      </p:pic>
      <p:sp>
        <p:nvSpPr>
          <p:cNvPr id="9" name="TextBox 8">
            <a:extLst>
              <a:ext uri="{FF2B5EF4-FFF2-40B4-BE49-F238E27FC236}">
                <a16:creationId xmlns:a16="http://schemas.microsoft.com/office/drawing/2014/main" id="{C45E155D-6528-2843-AB1B-795D13E9475F}"/>
              </a:ext>
            </a:extLst>
          </p:cNvPr>
          <p:cNvSpPr txBox="1"/>
          <p:nvPr/>
        </p:nvSpPr>
        <p:spPr>
          <a:xfrm>
            <a:off x="563349" y="522798"/>
            <a:ext cx="4087897" cy="5778505"/>
          </a:xfrm>
          <a:prstGeom prst="rect">
            <a:avLst/>
          </a:prstGeom>
          <a:noFill/>
        </p:spPr>
        <p:txBody>
          <a:bodyPr wrap="square" rtlCol="0">
            <a:spAutoFit/>
          </a:bodyPr>
          <a:lstStyle/>
          <a:p>
            <a:pPr marL="0" marR="0">
              <a:buNone/>
            </a:pPr>
            <a:r>
              <a:rPr lang="en-GB" sz="1050" b="1" dirty="0">
                <a:latin typeface="+mj-lt"/>
                <a:ea typeface="Liberation Serif"/>
                <a:cs typeface="Liberation Serif"/>
              </a:rPr>
              <a:t>COMPLAINTS AND VIOLATIONS OVER THE YEARS</a:t>
            </a:r>
            <a:endParaRPr lang="en-GB" sz="1050" b="1" dirty="0">
              <a:effectLst/>
              <a:latin typeface="+mj-lt"/>
              <a:ea typeface="Liberation Serif"/>
              <a:cs typeface="Liberation Serif"/>
            </a:endParaRPr>
          </a:p>
          <a:p>
            <a:pPr marL="0" marR="0">
              <a:buNone/>
            </a:pPr>
            <a:endParaRPr lang="en-GB" sz="900" b="1" dirty="0">
              <a:effectLst/>
              <a:latin typeface="Liberation Serif"/>
              <a:ea typeface="Liberation Serif"/>
              <a:cs typeface="Liberation Serif"/>
            </a:endParaRPr>
          </a:p>
          <a:p>
            <a:pPr marL="0" marR="0">
              <a:buNone/>
            </a:pPr>
            <a:r>
              <a:rPr lang="en-GB" sz="1000" b="1" dirty="0">
                <a:effectLst/>
                <a:latin typeface="Aptos" panose="020B0004020202020204" pitchFamily="34" charset="0"/>
                <a:ea typeface="Liberation Serif"/>
                <a:cs typeface="Liberation Serif"/>
              </a:rPr>
              <a:t>Insight</a:t>
            </a: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Bronx leads in both categories, with an average of 137K complaints and 33K violations, consistently above average.</a:t>
            </a:r>
            <a:endParaRPr lang="en-US" sz="1000" dirty="0">
              <a:latin typeface="Aptos" panose="020B0004020202020204" pitchFamily="34" charset="0"/>
              <a:ea typeface="Liberation Serif"/>
              <a:cs typeface="Liberation Serif"/>
            </a:endParaRPr>
          </a:p>
          <a:p>
            <a:pPr marL="0" marR="0">
              <a:buNone/>
            </a:pP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Brooklyn and Manhattan follow with 109K and 87K average complaints, respectively — but Brooklyn’s violation count (26K) is notably higher than Manhattan’s (14K), despite similar complaint levels.</a:t>
            </a: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 </a:t>
            </a: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Queens (51K complaints, 9K violations) and Staten Island (6K complaints, 1K violations) remain below average, signalling lower risk or better performance but do not mistake silence for success.</a:t>
            </a:r>
          </a:p>
          <a:p>
            <a:pPr marL="0" marR="0">
              <a:buNone/>
            </a:pPr>
            <a:endParaRPr lang="en-GB" sz="1000" dirty="0">
              <a:latin typeface="Aptos" panose="020B0004020202020204" pitchFamily="34" charset="0"/>
              <a:ea typeface="Liberation Serif"/>
              <a:cs typeface="Liberation Serif"/>
            </a:endParaRPr>
          </a:p>
          <a:p>
            <a:r>
              <a:rPr lang="en-US" sz="1000" dirty="0">
                <a:effectLst/>
                <a:latin typeface="Aptos" panose="020B0004020202020204" pitchFamily="34" charset="0"/>
                <a:ea typeface="Liberation Serif"/>
                <a:cs typeface="Liberation Serif"/>
              </a:rPr>
              <a:t>While Brooklyn reports a high volume of complaints, it shows fewer violations — suggesting more effective maintenance practices or enforcement models.</a:t>
            </a:r>
          </a:p>
          <a:p>
            <a:pPr marL="0" marR="0">
              <a:buNone/>
            </a:pPr>
            <a:r>
              <a:rPr lang="en-GB" sz="1000" dirty="0">
                <a:effectLst/>
                <a:latin typeface="Aptos" panose="020B0004020202020204" pitchFamily="34" charset="0"/>
                <a:ea typeface="Liberation Serif"/>
                <a:cs typeface="Liberation Serif"/>
              </a:rPr>
              <a:t> </a:t>
            </a:r>
            <a:endParaRPr lang="en-US" sz="1000" dirty="0">
              <a:effectLst/>
              <a:latin typeface="Aptos" panose="020B0004020202020204" pitchFamily="34" charset="0"/>
              <a:ea typeface="Liberation Serif"/>
              <a:cs typeface="Liberation Serif"/>
            </a:endParaRPr>
          </a:p>
          <a:p>
            <a:pPr marL="0" marR="0">
              <a:buNone/>
            </a:pPr>
            <a:r>
              <a:rPr lang="en-GB" sz="1000" b="1" dirty="0">
                <a:effectLst/>
                <a:latin typeface="Aptos" panose="020B0004020202020204" pitchFamily="34" charset="0"/>
                <a:ea typeface="Liberation Serif"/>
                <a:cs typeface="Liberation Serif"/>
              </a:rPr>
              <a:t>Implication</a:t>
            </a:r>
            <a:endParaRPr lang="en-US" sz="1000" b="1"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Sustained high volumes in Bronx/Brooklyn suggest persistent compliance challenges.</a:t>
            </a:r>
          </a:p>
          <a:p>
            <a:pPr marL="0" marR="0">
              <a:buNone/>
            </a:pPr>
            <a:endParaRPr lang="en-GB"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Queens’ increase may signal early-stage deterioration in property standards.</a:t>
            </a:r>
          </a:p>
          <a:p>
            <a:pPr marL="0" marR="0">
              <a:buNone/>
            </a:pP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 </a:t>
            </a: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Recommendations</a:t>
            </a: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1. Bronx: Intensive Operational Overhaul</a:t>
            </a:r>
            <a:endParaRPr lang="en-US" sz="1000" dirty="0">
              <a:effectLst/>
              <a:latin typeface="Aptos" panose="020B0004020202020204" pitchFamily="34" charset="0"/>
              <a:ea typeface="Liberation Serif"/>
              <a:cs typeface="Liberation Serif"/>
            </a:endParaRPr>
          </a:p>
          <a:p>
            <a:pPr marL="0" marR="0">
              <a:buNone/>
            </a:pPr>
            <a:r>
              <a:rPr lang="en-GB" sz="1000" dirty="0">
                <a:effectLst/>
                <a:latin typeface="Aptos" panose="020B0004020202020204" pitchFamily="34" charset="0"/>
                <a:ea typeface="Liberation Serif"/>
                <a:cs typeface="Liberation Serif"/>
              </a:rPr>
              <a:t>Designate the Bronx as a priority intervention borough.</a:t>
            </a:r>
            <a:endParaRPr lang="en-US" sz="1000" dirty="0">
              <a:effectLst/>
              <a:latin typeface="Aptos" panose="020B0004020202020204" pitchFamily="34" charset="0"/>
              <a:ea typeface="Liberation Serif"/>
              <a:cs typeface="Liberation Serif"/>
            </a:endParaRPr>
          </a:p>
          <a:p>
            <a:pPr marL="0" marR="0">
              <a:buNone/>
            </a:pPr>
            <a:r>
              <a:rPr lang="en-GB" sz="1000" dirty="0">
                <a:latin typeface="Aptos" panose="020B0004020202020204" pitchFamily="34" charset="0"/>
                <a:ea typeface="Liberation Serif"/>
                <a:cs typeface="Liberation Serif"/>
              </a:rPr>
              <a:t>2. </a:t>
            </a:r>
            <a:r>
              <a:rPr lang="en-US" sz="1000" dirty="0">
                <a:latin typeface="Aptos" panose="020B0004020202020204" pitchFamily="34" charset="0"/>
                <a:ea typeface="Liberation Serif"/>
                <a:cs typeface="Liberation Serif"/>
              </a:rPr>
              <a:t>Study Brooklyn’s operational approach. Are policies, tenant communications, or maintenance systems more efficient? If so, replicate those practices across other boroughs.</a:t>
            </a:r>
          </a:p>
          <a:p>
            <a:pPr marL="0" marR="0">
              <a:buNone/>
            </a:pPr>
            <a:r>
              <a:rPr lang="en-US" sz="1000" dirty="0">
                <a:latin typeface="Aptos" panose="020B0004020202020204" pitchFamily="34" charset="0"/>
                <a:ea typeface="Liberation Serif"/>
                <a:cs typeface="Liberation Serif"/>
              </a:rPr>
              <a:t>3. Implement resident awareness campaigns in Queens and Staten Island, and proactive inspections to surface hidden issues early.</a:t>
            </a:r>
          </a:p>
          <a:p>
            <a:pPr marL="0" marR="0">
              <a:buNone/>
            </a:pPr>
            <a:endParaRPr lang="en-US" sz="1000" dirty="0">
              <a:effectLst/>
              <a:latin typeface="Aptos" panose="020B0004020202020204" pitchFamily="34" charset="0"/>
              <a:ea typeface="Liberation Serif"/>
              <a:cs typeface="Liberation Serif"/>
            </a:endParaRPr>
          </a:p>
          <a:p>
            <a:pPr marL="0" marR="0"/>
            <a:r>
              <a:rPr lang="en-GB" sz="1000" dirty="0">
                <a:effectLst/>
                <a:latin typeface="Aptos" panose="020B0004020202020204" pitchFamily="34" charset="0"/>
                <a:ea typeface="Liberation Serif"/>
                <a:cs typeface="Liberation Serif"/>
              </a:rPr>
              <a:t> </a:t>
            </a:r>
            <a:endParaRPr lang="en-US" sz="1000" dirty="0">
              <a:effectLst/>
              <a:latin typeface="Aptos" panose="020B0004020202020204" pitchFamily="34" charset="0"/>
              <a:ea typeface="Liberation Serif"/>
              <a:cs typeface="Liberation Serif"/>
            </a:endParaRPr>
          </a:p>
        </p:txBody>
      </p:sp>
    </p:spTree>
    <p:extLst>
      <p:ext uri="{BB962C8B-B14F-4D97-AF65-F5344CB8AC3E}">
        <p14:creationId xmlns:p14="http://schemas.microsoft.com/office/powerpoint/2010/main" val="255438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6A8D109F-9E1F-A7AA-CB6D-638B5B7B78D8}"/>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C78E0B8-4103-57A4-CEDE-802A1AAB494F}"/>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EB408194-BE62-458C-FF4B-46D120F9CCA2}"/>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1CAF0FA4-F864-63F2-F981-DD441F4898AD}"/>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B13B7663-D4C1-1720-FD62-718AF3713E75}"/>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A7C27261-D994-1BD7-416C-6748065FEC2D}"/>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a:extLst>
              <a:ext uri="{FF2B5EF4-FFF2-40B4-BE49-F238E27FC236}">
                <a16:creationId xmlns:a16="http://schemas.microsoft.com/office/drawing/2014/main" id="{79C0FB76-9747-D3F1-DF85-02102E6D6F37}"/>
              </a:ext>
            </a:extLst>
          </p:cNvPr>
          <p:cNvSpPr>
            <a:spLocks noGrp="1"/>
          </p:cNvSpPr>
          <p:nvPr>
            <p:ph idx="1"/>
          </p:nvPr>
        </p:nvSpPr>
        <p:spPr>
          <a:xfrm>
            <a:off x="560375" y="595993"/>
            <a:ext cx="4090870" cy="5811701"/>
          </a:xfrm>
        </p:spPr>
        <p:txBody>
          <a:bodyPr anchor="ctr">
            <a:normAutofit fontScale="77500" lnSpcReduction="20000"/>
          </a:bodyPr>
          <a:lstStyle/>
          <a:p>
            <a:pPr marL="0" marR="0">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COMPLAINTS BY MAJOR CATEGORY</a:t>
            </a:r>
          </a:p>
          <a:p>
            <a:pPr marL="0" marR="0" lvl="0" indent="0">
              <a:spcAft>
                <a:spcPts val="800"/>
              </a:spcAft>
              <a:buSzPts val="1000"/>
              <a:buNone/>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Insights:</a:t>
            </a:r>
          </a:p>
          <a:p>
            <a:pPr mar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Manhattan has a significant higher average resolution time on Elevators (84 days). This indicates that elevator issues are significantly delayed even though the complaint count isn’t  the highest</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Quicker resolution in Staten Islands and Queens- generally thin links on these 2 boroughs - This could be because these 2 benefit from smaller case volumes  or more maintenance systems. </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Resolution delays are category - specific and not just borough based - categories like heating tend to have thin links regardless of borough. This implies that certain issue types are harder to fix on involve more logistics or regulatory delays.</a:t>
            </a:r>
          </a:p>
          <a:p>
            <a:pPr marL="0" marR="0" lvl="0" indent="0">
              <a:lnSpc>
                <a:spcPct val="115000"/>
              </a:lnSpc>
              <a:spcAft>
                <a:spcPts val="800"/>
              </a:spcAft>
              <a:buSzPts val="1000"/>
              <a:buNone/>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Our Recommendations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lvl="0" indent="0">
              <a:lnSpc>
                <a:spcPct val="115000"/>
              </a:lnSpc>
              <a:spcAft>
                <a:spcPts val="800"/>
              </a:spcAft>
              <a:buSzPts val="1000"/>
              <a:buNone/>
              <a:tabLst>
                <a:tab pos="457200" algn="l"/>
              </a:tabLst>
            </a:pPr>
            <a:r>
              <a:rPr lang="en-US" sz="1200" kern="100" dirty="0">
                <a:latin typeface="Aptos" panose="020B0004020202020204" pitchFamily="34" charset="0"/>
                <a:ea typeface="Aptos" panose="020B0004020202020204" pitchFamily="34" charset="0"/>
                <a:cs typeface="Times New Roman" panose="02020603050405020304" pitchFamily="18" charset="0"/>
              </a:rPr>
              <a:t>1. C</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onsider adding specialists for specific categories to deal with these specific category related issues</a:t>
            </a:r>
          </a:p>
          <a:p>
            <a:pPr marL="0" marR="0" lvl="0" indent="0">
              <a:lnSpc>
                <a:spcPct val="115000"/>
              </a:lnSpc>
              <a:spcAft>
                <a:spcPts val="800"/>
              </a:spcAft>
              <a:buSzPts val="1000"/>
              <a:buNone/>
              <a:tabLst>
                <a:tab pos="457200" algn="l"/>
              </a:tabLst>
            </a:pPr>
            <a:r>
              <a:rPr lang="en-US" sz="1200" kern="100" dirty="0">
                <a:latin typeface="Aptos" panose="020B0004020202020204" pitchFamily="34" charset="0"/>
                <a:ea typeface="Aptos" panose="020B0004020202020204" pitchFamily="34" charset="0"/>
                <a:cs typeface="Times New Roman" panose="02020603050405020304" pitchFamily="18" charset="0"/>
              </a:rPr>
              <a:t>2</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Invest in system upgrades and pre-winter maintenance for heating systems in these two boroughs. These improvements will reduce complaints, increase tenant satisfaction, and minimize costly emergency repairs.</a:t>
            </a:r>
          </a:p>
          <a:p>
            <a:pPr marL="0" marR="0" lvl="0" indent="0">
              <a:lnSpc>
                <a:spcPct val="115000"/>
              </a:lnSpc>
              <a:spcAft>
                <a:spcPts val="800"/>
              </a:spcAft>
              <a:buSzPts val="1000"/>
              <a:buNone/>
              <a:tabLst>
                <a:tab pos="457200" algn="l"/>
              </a:tabLst>
            </a:pPr>
            <a:r>
              <a:rPr lang="en-US" sz="1200" kern="100" dirty="0">
                <a:latin typeface="Aptos" panose="020B0004020202020204" pitchFamily="34" charset="0"/>
                <a:ea typeface="Aptos" panose="020B0004020202020204" pitchFamily="34" charset="0"/>
                <a:cs typeface="Times New Roman" panose="02020603050405020304" pitchFamily="18" charset="0"/>
              </a:rPr>
              <a:t>3</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Create a quarterly integrated pest management (IPM) program across high-risk properties and include tenant education on waste management practices.</a:t>
            </a:r>
          </a:p>
          <a:p>
            <a:pPr marL="0" marR="0" lvl="0" indent="0">
              <a:lnSpc>
                <a:spcPct val="115000"/>
              </a:lnSpc>
              <a:spcAft>
                <a:spcPts val="800"/>
              </a:spcAft>
              <a:buSzPts val="1000"/>
              <a:buNone/>
              <a:tabLst>
                <a:tab pos="457200" algn="l"/>
              </a:tabLst>
            </a:pPr>
            <a:r>
              <a:rPr lang="en-US" sz="1200" kern="100" dirty="0">
                <a:latin typeface="Aptos" panose="020B0004020202020204" pitchFamily="34" charset="0"/>
                <a:ea typeface="Aptos" panose="020B0004020202020204" pitchFamily="34" charset="0"/>
                <a:cs typeface="Times New Roman" panose="02020603050405020304" pitchFamily="18" charset="0"/>
              </a:rPr>
              <a:t>4</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Implement preventive plumbing inspection schedules and mandate faster response time SLAs (Service-Level Agreements) for all leak-related tickets.</a:t>
            </a:r>
          </a:p>
          <a:p>
            <a:pPr>
              <a:buNone/>
            </a:pPr>
            <a:endParaRPr lang="en-US" sz="1200" dirty="0"/>
          </a:p>
        </p:txBody>
      </p:sp>
      <p:pic>
        <p:nvPicPr>
          <p:cNvPr id="5" name="Picture 4">
            <a:extLst>
              <a:ext uri="{FF2B5EF4-FFF2-40B4-BE49-F238E27FC236}">
                <a16:creationId xmlns:a16="http://schemas.microsoft.com/office/drawing/2014/main" id="{9A913985-E1BD-3881-0D08-93FA94227132}"/>
              </a:ext>
            </a:extLst>
          </p:cNvPr>
          <p:cNvPicPr>
            <a:picLocks noChangeAspect="1"/>
          </p:cNvPicPr>
          <p:nvPr/>
        </p:nvPicPr>
        <p:blipFill>
          <a:blip r:embed="rId4"/>
          <a:stretch>
            <a:fillRect/>
          </a:stretch>
        </p:blipFill>
        <p:spPr>
          <a:xfrm>
            <a:off x="4953492" y="954265"/>
            <a:ext cx="6557364" cy="4164741"/>
          </a:xfrm>
          <a:prstGeom prst="rect">
            <a:avLst/>
          </a:prstGeom>
        </p:spPr>
      </p:pic>
    </p:spTree>
    <p:extLst>
      <p:ext uri="{BB962C8B-B14F-4D97-AF65-F5344CB8AC3E}">
        <p14:creationId xmlns:p14="http://schemas.microsoft.com/office/powerpoint/2010/main" val="987980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20EE99F8-68FB-0E6E-1418-936FF345C3F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5F54BBA-9752-3DA8-C20E-8B350463DF69}"/>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BC0E3126-1261-3DA9-6327-4E6ECAEB25B9}"/>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140843F0-614E-9637-C545-7EECCE4E4923}"/>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7DE84580-2516-CD91-AFD7-D29D848993FC}"/>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EE69223B-98C1-4E22-F7D3-D3038FAC271F}"/>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9" name="TextBox 8">
            <a:extLst>
              <a:ext uri="{FF2B5EF4-FFF2-40B4-BE49-F238E27FC236}">
                <a16:creationId xmlns:a16="http://schemas.microsoft.com/office/drawing/2014/main" id="{C6F5D7B1-D1D4-E0E3-7494-2B412F1FABE8}"/>
              </a:ext>
            </a:extLst>
          </p:cNvPr>
          <p:cNvSpPr txBox="1"/>
          <p:nvPr/>
        </p:nvSpPr>
        <p:spPr>
          <a:xfrm>
            <a:off x="563349" y="522798"/>
            <a:ext cx="4087897" cy="3777957"/>
          </a:xfrm>
          <a:prstGeom prst="rect">
            <a:avLst/>
          </a:prstGeom>
          <a:noFill/>
        </p:spPr>
        <p:txBody>
          <a:bodyPr wrap="square" rtlCol="0">
            <a:spAutoFit/>
          </a:bodyPr>
          <a:lstStyle/>
          <a:p>
            <a:pPr marL="0" marR="0">
              <a:buNone/>
            </a:pPr>
            <a:r>
              <a:rPr lang="en-GB" sz="1050" b="1" dirty="0">
                <a:latin typeface="+mj-lt"/>
                <a:ea typeface="Liberation Serif"/>
                <a:cs typeface="Liberation Serif"/>
              </a:rPr>
              <a:t>TOP BUILDINGS WITH MANY COMPLAINTS</a:t>
            </a:r>
          </a:p>
          <a:p>
            <a:pPr marL="0" marR="0">
              <a:buNone/>
            </a:pPr>
            <a:endParaRPr lang="en-GB" sz="900" b="1" dirty="0">
              <a:effectLst/>
              <a:latin typeface="Liberation Serif"/>
              <a:ea typeface="Liberation Serif"/>
              <a:cs typeface="Liberation Serif"/>
            </a:endParaRPr>
          </a:p>
          <a:p>
            <a:pPr marL="0" marR="0">
              <a:buNone/>
            </a:pPr>
            <a:r>
              <a:rPr lang="en-GB" sz="1000" b="1" dirty="0">
                <a:effectLst/>
                <a:latin typeface="Aptos" panose="020B0004020202020204" pitchFamily="34" charset="0"/>
                <a:ea typeface="Liberation Serif"/>
                <a:cs typeface="Liberation Serif"/>
              </a:rPr>
              <a:t>Insight</a:t>
            </a:r>
          </a:p>
          <a:p>
            <a:pPr marL="0" marR="0">
              <a:buNone/>
            </a:pPr>
            <a:endParaRPr lang="en-US" sz="1000" dirty="0">
              <a:effectLst/>
              <a:latin typeface="Aptos" panose="020B0004020202020204" pitchFamily="34" charset="0"/>
              <a:ea typeface="Liberation Serif"/>
              <a:cs typeface="Liberation Serif"/>
            </a:endParaRPr>
          </a:p>
          <a:p>
            <a:pPr marL="0" marR="0"/>
            <a:r>
              <a:rPr lang="en-US" sz="1000" dirty="0">
                <a:effectLst/>
                <a:latin typeface="Aptos" panose="020B0004020202020204" pitchFamily="34" charset="0"/>
                <a:ea typeface="Liberation Serif"/>
                <a:cs typeface="Liberation Serif"/>
              </a:rPr>
              <a:t>There’s a cluster of problematic buildings generating disproportionately high complaints and taking longer to resolve issues.</a:t>
            </a:r>
          </a:p>
          <a:p>
            <a:pPr marL="0" marR="0"/>
            <a:endParaRPr lang="en-US" sz="1000" dirty="0">
              <a:effectLst/>
              <a:latin typeface="Aptos" panose="020B0004020202020204" pitchFamily="34" charset="0"/>
              <a:ea typeface="Liberation Serif"/>
              <a:cs typeface="Liberation Serif"/>
            </a:endParaRPr>
          </a:p>
          <a:p>
            <a:r>
              <a:rPr lang="en-US" sz="1000" dirty="0">
                <a:effectLst/>
                <a:latin typeface="Aptos" panose="020B0004020202020204" pitchFamily="34" charset="0"/>
                <a:ea typeface="Liberation Serif"/>
                <a:cs typeface="Liberation Serif"/>
              </a:rPr>
              <a:t>Bronx has the  highest Complaint volumes despite fewer buildings- these buildings are under high maintenance stress indicating systematic issues (possibly due to aging infrastructure),</a:t>
            </a:r>
          </a:p>
          <a:p>
            <a:endParaRPr lang="en-US" sz="1000" dirty="0">
              <a:latin typeface="Aptos" panose="020B0004020202020204" pitchFamily="34" charset="0"/>
              <a:ea typeface="Liberation Serif"/>
              <a:cs typeface="Liberation Serif"/>
            </a:endParaRPr>
          </a:p>
          <a:p>
            <a:r>
              <a:rPr lang="en-US" sz="1000" dirty="0">
                <a:effectLst/>
                <a:latin typeface="Aptos" panose="020B0004020202020204" pitchFamily="34" charset="0"/>
                <a:ea typeface="Liberation Serif"/>
                <a:cs typeface="Liberation Serif"/>
              </a:rPr>
              <a:t>Staten Island has relatively low issue frequency, suggesting better housing conditions or fewer residents per building</a:t>
            </a:r>
          </a:p>
          <a:p>
            <a:pPr marL="0" marR="0"/>
            <a:endParaRPr lang="en-US" sz="1000" dirty="0">
              <a:effectLst/>
              <a:latin typeface="Aptos" panose="020B0004020202020204" pitchFamily="34" charset="0"/>
              <a:ea typeface="Liberation Serif"/>
              <a:cs typeface="Liberation Serif"/>
            </a:endParaRPr>
          </a:p>
          <a:p>
            <a:pPr marL="0" marR="0"/>
            <a:endParaRPr lang="en-US" sz="1000" dirty="0">
              <a:latin typeface="Aptos" panose="020B0004020202020204" pitchFamily="34" charset="0"/>
              <a:ea typeface="Liberation Serif"/>
              <a:cs typeface="Liberation Serif"/>
            </a:endParaRPr>
          </a:p>
          <a:p>
            <a:pPr marL="0" marR="0"/>
            <a:r>
              <a:rPr lang="en-US" sz="1000" b="1" dirty="0">
                <a:effectLst/>
                <a:latin typeface="Aptos" panose="020B0004020202020204" pitchFamily="34" charset="0"/>
                <a:ea typeface="Liberation Serif"/>
                <a:cs typeface="Liberation Serif"/>
              </a:rPr>
              <a:t>Recommendation </a:t>
            </a:r>
          </a:p>
          <a:p>
            <a:pPr marL="0" marR="0"/>
            <a:endParaRPr lang="en-US" sz="1000" dirty="0">
              <a:latin typeface="Aptos" panose="020B0004020202020204" pitchFamily="34" charset="0"/>
              <a:ea typeface="Liberation Serif"/>
              <a:cs typeface="Liberation Serif"/>
            </a:endParaRPr>
          </a:p>
          <a:p>
            <a:pPr marL="0" marR="0"/>
            <a:r>
              <a:rPr lang="en-US" sz="1000" dirty="0">
                <a:effectLst/>
                <a:latin typeface="Aptos" panose="020B0004020202020204" pitchFamily="34" charset="0"/>
                <a:ea typeface="Liberation Serif"/>
                <a:cs typeface="Liberation Serif"/>
              </a:rPr>
              <a:t>Target these high complaints Buildings for immediate audits </a:t>
            </a:r>
          </a:p>
          <a:p>
            <a:pPr marL="0" marR="0"/>
            <a:endParaRPr lang="en-US" sz="1000" dirty="0">
              <a:latin typeface="Aptos" panose="020B0004020202020204" pitchFamily="34" charset="0"/>
              <a:ea typeface="Liberation Serif"/>
              <a:cs typeface="Liberation Serif"/>
            </a:endParaRPr>
          </a:p>
          <a:p>
            <a:pPr marL="0" marR="0"/>
            <a:r>
              <a:rPr lang="en-US" sz="1000" dirty="0">
                <a:effectLst/>
                <a:latin typeface="Aptos" panose="020B0004020202020204" pitchFamily="34" charset="0"/>
                <a:ea typeface="Liberation Serif"/>
                <a:cs typeface="Liberation Serif"/>
              </a:rPr>
              <a:t>Improve resource allocation in the Bronx( repair crews, preventative maintenance scheduling)</a:t>
            </a:r>
          </a:p>
          <a:p>
            <a:pPr marL="0" marR="0"/>
            <a:endParaRPr lang="en-US" sz="1000" dirty="0">
              <a:latin typeface="Aptos" panose="020B0004020202020204" pitchFamily="34" charset="0"/>
              <a:ea typeface="Liberation Serif"/>
              <a:cs typeface="Liberation Serif"/>
            </a:endParaRPr>
          </a:p>
          <a:p>
            <a:pPr marL="0" marR="0"/>
            <a:r>
              <a:rPr lang="en-US" sz="1000" dirty="0">
                <a:effectLst/>
                <a:latin typeface="Aptos" panose="020B0004020202020204" pitchFamily="34" charset="0"/>
                <a:ea typeface="Liberation Serif"/>
                <a:cs typeface="Liberation Serif"/>
              </a:rPr>
              <a:t>Understand what’s working in Staten Island and use it as a benchmark in other boroughs</a:t>
            </a:r>
          </a:p>
        </p:txBody>
      </p:sp>
      <p:pic>
        <p:nvPicPr>
          <p:cNvPr id="2" name="Picture 1">
            <a:extLst>
              <a:ext uri="{FF2B5EF4-FFF2-40B4-BE49-F238E27FC236}">
                <a16:creationId xmlns:a16="http://schemas.microsoft.com/office/drawing/2014/main" id="{7BA0307E-76A8-4CB7-433B-DF3373A5FF8E}"/>
              </a:ext>
            </a:extLst>
          </p:cNvPr>
          <p:cNvPicPr>
            <a:picLocks noChangeAspect="1"/>
          </p:cNvPicPr>
          <p:nvPr/>
        </p:nvPicPr>
        <p:blipFill>
          <a:blip r:embed="rId4"/>
          <a:stretch>
            <a:fillRect/>
          </a:stretch>
        </p:blipFill>
        <p:spPr>
          <a:xfrm>
            <a:off x="4808537" y="522798"/>
            <a:ext cx="4791075" cy="3028950"/>
          </a:xfrm>
          <a:prstGeom prst="rect">
            <a:avLst/>
          </a:prstGeom>
        </p:spPr>
      </p:pic>
      <p:pic>
        <p:nvPicPr>
          <p:cNvPr id="3" name="Picture 2">
            <a:extLst>
              <a:ext uri="{FF2B5EF4-FFF2-40B4-BE49-F238E27FC236}">
                <a16:creationId xmlns:a16="http://schemas.microsoft.com/office/drawing/2014/main" id="{9F901FAE-5CCE-D88C-5F96-F79CF7BACC02}"/>
              </a:ext>
            </a:extLst>
          </p:cNvPr>
          <p:cNvPicPr>
            <a:picLocks noChangeAspect="1"/>
          </p:cNvPicPr>
          <p:nvPr/>
        </p:nvPicPr>
        <p:blipFill>
          <a:blip r:embed="rId5"/>
          <a:stretch>
            <a:fillRect/>
          </a:stretch>
        </p:blipFill>
        <p:spPr>
          <a:xfrm>
            <a:off x="5548385" y="4072200"/>
            <a:ext cx="6080266" cy="2154293"/>
          </a:xfrm>
          <a:prstGeom prst="rect">
            <a:avLst/>
          </a:prstGeom>
        </p:spPr>
      </p:pic>
    </p:spTree>
    <p:extLst>
      <p:ext uri="{BB962C8B-B14F-4D97-AF65-F5344CB8AC3E}">
        <p14:creationId xmlns:p14="http://schemas.microsoft.com/office/powerpoint/2010/main" val="2172776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F23BBA08-B133-927E-BFE8-952AAA27E796}"/>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876321C-8F65-0579-CE8D-BB1878188D1A}"/>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AC43CAF6-7BAC-35CD-71D8-21F896AD04C5}"/>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D7637AF-DF19-1FBB-0D53-5D2245BC967F}"/>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FA31E605-DE98-B298-9EDE-ACC44576096C}"/>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1FF2A7A9-4585-CAFE-6A50-839EA7D88CC7}"/>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a:extLst>
              <a:ext uri="{FF2B5EF4-FFF2-40B4-BE49-F238E27FC236}">
                <a16:creationId xmlns:a16="http://schemas.microsoft.com/office/drawing/2014/main" id="{02BC40C5-B6EC-13E3-28D5-04CC3E3FA0F3}"/>
              </a:ext>
            </a:extLst>
          </p:cNvPr>
          <p:cNvSpPr>
            <a:spLocks noGrp="1"/>
          </p:cNvSpPr>
          <p:nvPr>
            <p:ph idx="1"/>
          </p:nvPr>
        </p:nvSpPr>
        <p:spPr>
          <a:xfrm>
            <a:off x="560374" y="636813"/>
            <a:ext cx="4090871" cy="5770881"/>
          </a:xfrm>
        </p:spPr>
        <p:txBody>
          <a:bodyPr anchor="ctr">
            <a:normAutofit fontScale="92500" lnSpcReduction="10000"/>
          </a:bodyPr>
          <a:lstStyle/>
          <a:p>
            <a:pPr marL="0" marR="0">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COMPLAINTS AND VIOLATION MONTHLY TRENDS</a:t>
            </a:r>
          </a:p>
          <a:p>
            <a:pPr marL="0" marR="0" lvl="0" indent="0">
              <a:spcAft>
                <a:spcPts val="800"/>
              </a:spcAft>
              <a:buSzPts val="1000"/>
              <a:buNone/>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Insights: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Heat/Hot Water issues show a sharp seasonal pattern—peaking in winter (Dec–Feb) and dropping in summer.</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Other issues like Plumbing, Paint/Plaster, and Water Leaks remain steady and below average throughout the year.</a:t>
            </a:r>
          </a:p>
          <a:p>
            <a:pPr marL="0" marR="0" lvl="0" indent="0">
              <a:lnSpc>
                <a:spcPct val="115000"/>
              </a:lnSpc>
              <a:spcAft>
                <a:spcPts val="800"/>
              </a:spcAft>
              <a:buSzPts val="1000"/>
              <a:buNone/>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Implications:</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There is a predictable winter crisis in heating services, indicating a lack of seasonal preparedness.</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Persistent, non-seasonal issues suggest ongoing maintenance gaps needing attention.</a:t>
            </a:r>
          </a:p>
          <a:p>
            <a:pPr marL="0" marR="0" lvl="0" indent="0">
              <a:lnSpc>
                <a:spcPct val="115000"/>
              </a:lnSpc>
              <a:spcAft>
                <a:spcPts val="800"/>
              </a:spcAft>
              <a:buSzPts val="1000"/>
              <a:buNone/>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Recommendation:</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Prepare heating systems by September with proactive inspections and repairs.</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Maintain year-round routines for plumbing, leaks, and other issues.</a:t>
            </a:r>
          </a:p>
          <a:p>
            <a:pPr marL="0" marR="0" lvl="0" indent="0">
              <a:lnSpc>
                <a:spcPct val="115000"/>
              </a:lnSpc>
              <a:spcAft>
                <a:spcPts val="800"/>
              </a:spcAft>
              <a:buSzPts val="1000"/>
              <a:buNone/>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Allocate more resources in winter and leverage this data for better planning and policy decisions.</a:t>
            </a:r>
          </a:p>
          <a:p>
            <a:pPr>
              <a:buNone/>
            </a:pPr>
            <a:endParaRPr lang="en-US" sz="1200" dirty="0"/>
          </a:p>
        </p:txBody>
      </p:sp>
      <p:pic>
        <p:nvPicPr>
          <p:cNvPr id="3" name="Picture 2">
            <a:extLst>
              <a:ext uri="{FF2B5EF4-FFF2-40B4-BE49-F238E27FC236}">
                <a16:creationId xmlns:a16="http://schemas.microsoft.com/office/drawing/2014/main" id="{744A1654-F062-4D59-4227-69F139A7F6F6}"/>
              </a:ext>
            </a:extLst>
          </p:cNvPr>
          <p:cNvPicPr>
            <a:picLocks noChangeAspect="1"/>
          </p:cNvPicPr>
          <p:nvPr/>
        </p:nvPicPr>
        <p:blipFill>
          <a:blip r:embed="rId4"/>
          <a:stretch>
            <a:fillRect/>
          </a:stretch>
        </p:blipFill>
        <p:spPr>
          <a:xfrm>
            <a:off x="4808344" y="564899"/>
            <a:ext cx="4642374" cy="2813338"/>
          </a:xfrm>
          <a:prstGeom prst="rect">
            <a:avLst/>
          </a:prstGeom>
        </p:spPr>
      </p:pic>
      <p:pic>
        <p:nvPicPr>
          <p:cNvPr id="6" name="Picture 5">
            <a:extLst>
              <a:ext uri="{FF2B5EF4-FFF2-40B4-BE49-F238E27FC236}">
                <a16:creationId xmlns:a16="http://schemas.microsoft.com/office/drawing/2014/main" id="{E9DC2199-4FCF-8250-7B4E-4DB57D1C6293}"/>
              </a:ext>
            </a:extLst>
          </p:cNvPr>
          <p:cNvPicPr>
            <a:picLocks noChangeAspect="1"/>
          </p:cNvPicPr>
          <p:nvPr/>
        </p:nvPicPr>
        <p:blipFill>
          <a:blip r:embed="rId5"/>
          <a:stretch>
            <a:fillRect/>
          </a:stretch>
        </p:blipFill>
        <p:spPr>
          <a:xfrm>
            <a:off x="6826603" y="3414742"/>
            <a:ext cx="4659359" cy="2813338"/>
          </a:xfrm>
          <a:prstGeom prst="rect">
            <a:avLst/>
          </a:prstGeom>
        </p:spPr>
      </p:pic>
    </p:spTree>
    <p:extLst>
      <p:ext uri="{BB962C8B-B14F-4D97-AF65-F5344CB8AC3E}">
        <p14:creationId xmlns:p14="http://schemas.microsoft.com/office/powerpoint/2010/main" val="2141481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787C0F6D-27E6-09E0-A5B8-A363F221384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EB5E2B7-E9C4-ADE2-5E31-80DAF4DAB3F8}"/>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A9E7C734-866E-5F57-45E6-46071876BDB8}"/>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8257D2CB-02F6-58BC-B8C9-D26479A38537}"/>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E16417B7-317C-9ED9-D018-96C12F7DA28C}"/>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079CE3E2-A039-8D31-4CA9-C11440808040}"/>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9" name="TextBox 8">
            <a:extLst>
              <a:ext uri="{FF2B5EF4-FFF2-40B4-BE49-F238E27FC236}">
                <a16:creationId xmlns:a16="http://schemas.microsoft.com/office/drawing/2014/main" id="{98BDA25C-A07B-0C23-C2C9-5C0FB4A218F7}"/>
              </a:ext>
            </a:extLst>
          </p:cNvPr>
          <p:cNvSpPr txBox="1"/>
          <p:nvPr/>
        </p:nvSpPr>
        <p:spPr>
          <a:xfrm>
            <a:off x="534680" y="981175"/>
            <a:ext cx="4198188" cy="3917354"/>
          </a:xfrm>
          <a:custGeom>
            <a:avLst/>
            <a:gdLst>
              <a:gd name="connsiteX0" fmla="*/ 0 w 4116568"/>
              <a:gd name="connsiteY0" fmla="*/ 0 h 3917354"/>
              <a:gd name="connsiteX1" fmla="*/ 4116568 w 4116568"/>
              <a:gd name="connsiteY1" fmla="*/ 0 h 3917354"/>
              <a:gd name="connsiteX2" fmla="*/ 4116568 w 4116568"/>
              <a:gd name="connsiteY2" fmla="*/ 3917354 h 3917354"/>
              <a:gd name="connsiteX3" fmla="*/ 0 w 4116568"/>
              <a:gd name="connsiteY3" fmla="*/ 3917354 h 3917354"/>
              <a:gd name="connsiteX4" fmla="*/ 0 w 4116568"/>
              <a:gd name="connsiteY4" fmla="*/ 0 h 3917354"/>
              <a:gd name="connsiteX0" fmla="*/ 0 w 4116568"/>
              <a:gd name="connsiteY0" fmla="*/ 0 h 3930054"/>
              <a:gd name="connsiteX1" fmla="*/ 4116568 w 4116568"/>
              <a:gd name="connsiteY1" fmla="*/ 0 h 3930054"/>
              <a:gd name="connsiteX2" fmla="*/ 3968402 w 4116568"/>
              <a:gd name="connsiteY2" fmla="*/ 3930054 h 3930054"/>
              <a:gd name="connsiteX3" fmla="*/ 0 w 4116568"/>
              <a:gd name="connsiteY3" fmla="*/ 3917354 h 3930054"/>
              <a:gd name="connsiteX4" fmla="*/ 0 w 4116568"/>
              <a:gd name="connsiteY4" fmla="*/ 0 h 3930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6568" h="3930054">
                <a:moveTo>
                  <a:pt x="0" y="0"/>
                </a:moveTo>
                <a:lnTo>
                  <a:pt x="4116568" y="0"/>
                </a:lnTo>
                <a:lnTo>
                  <a:pt x="3968402" y="3930054"/>
                </a:lnTo>
                <a:lnTo>
                  <a:pt x="0" y="3917354"/>
                </a:lnTo>
                <a:lnTo>
                  <a:pt x="0" y="0"/>
                </a:lnTo>
                <a:close/>
              </a:path>
            </a:pathLst>
          </a:custGeom>
          <a:noFill/>
        </p:spPr>
        <p:txBody>
          <a:bodyPr wrap="square" rtlCol="0">
            <a:spAutoFit/>
          </a:bodyPr>
          <a:lstStyle/>
          <a:p>
            <a:pPr marL="0" marR="0">
              <a:buNone/>
            </a:pPr>
            <a:r>
              <a:rPr lang="en-US" sz="1000" b="1" dirty="0">
                <a:latin typeface="Aptos Display" panose="020B0004020202020204" pitchFamily="34" charset="0"/>
                <a:ea typeface="Liberation Serif"/>
                <a:cs typeface="Liberation Serif"/>
              </a:rPr>
              <a:t>VIOLATION RESOLUTION TIME</a:t>
            </a:r>
          </a:p>
          <a:p>
            <a:pPr marL="0" marR="0">
              <a:buNone/>
            </a:pPr>
            <a:endParaRPr lang="en-US" sz="1000" b="1" dirty="0">
              <a:effectLst/>
              <a:latin typeface="Aptos Display" panose="020B0004020202020204" pitchFamily="34" charset="0"/>
              <a:ea typeface="Liberation Serif"/>
              <a:cs typeface="Liberation Serif"/>
            </a:endParaRPr>
          </a:p>
          <a:p>
            <a:pPr marL="0" marR="0">
              <a:buNone/>
            </a:pPr>
            <a:endParaRPr lang="en-US" sz="1000" b="1" dirty="0">
              <a:latin typeface="Aptos Display" panose="020B0004020202020204" pitchFamily="34" charset="0"/>
              <a:ea typeface="Liberation Serif"/>
              <a:cs typeface="Liberation Serif"/>
            </a:endParaRPr>
          </a:p>
          <a:p>
            <a:pPr marL="0" marR="0">
              <a:buNone/>
            </a:pPr>
            <a:r>
              <a:rPr lang="en-US" sz="1000" b="1" dirty="0">
                <a:effectLst/>
                <a:latin typeface="Aptos Display" panose="020B0004020202020204" pitchFamily="34" charset="0"/>
                <a:ea typeface="Liberation Serif"/>
                <a:cs typeface="Liberation Serif"/>
              </a:rPr>
              <a:t>Insights</a:t>
            </a:r>
          </a:p>
          <a:p>
            <a:pPr marL="0" marR="0">
              <a:lnSpc>
                <a:spcPct val="150000"/>
              </a:lnSpc>
              <a:buNone/>
            </a:pPr>
            <a:r>
              <a:rPr lang="en-US" sz="1000" dirty="0">
                <a:effectLst/>
                <a:latin typeface="Aptos Display" panose="020B0004020202020204" pitchFamily="34" charset="0"/>
                <a:ea typeface="Liberation Serif"/>
                <a:cs typeface="Liberation Serif"/>
              </a:rPr>
              <a:t>Staten Island has the longest average resolution time (73 days), while the Bronx has the shortest (57 days).</a:t>
            </a:r>
          </a:p>
          <a:p>
            <a:pPr marL="0" marR="0">
              <a:lnSpc>
                <a:spcPct val="150000"/>
              </a:lnSpc>
              <a:buNone/>
            </a:pPr>
            <a:r>
              <a:rPr lang="en-US" sz="1000" dirty="0">
                <a:effectLst/>
                <a:latin typeface="Aptos Display" panose="020B0004020202020204" pitchFamily="34" charset="0"/>
                <a:ea typeface="Liberation Serif"/>
                <a:cs typeface="Liberation Serif"/>
              </a:rPr>
              <a:t>Queens resolves medium-priority violations the fastest (34 days).</a:t>
            </a:r>
          </a:p>
          <a:p>
            <a:pPr marL="0" marR="0">
              <a:lnSpc>
                <a:spcPct val="150000"/>
              </a:lnSpc>
              <a:buNone/>
            </a:pPr>
            <a:r>
              <a:rPr lang="en-US" sz="1000" dirty="0">
                <a:effectLst/>
                <a:latin typeface="Aptos Display" panose="020B0004020202020204" pitchFamily="34" charset="0"/>
                <a:ea typeface="Liberation Serif"/>
                <a:cs typeface="Liberation Serif"/>
              </a:rPr>
              <a:t>Significant variation exists between boroughs for all priority levels.</a:t>
            </a:r>
          </a:p>
          <a:p>
            <a:pPr marL="0" marR="0">
              <a:buNone/>
            </a:pPr>
            <a:endParaRPr lang="en-US" sz="1000" dirty="0">
              <a:latin typeface="Aptos Display" panose="020B0004020202020204" pitchFamily="34" charset="0"/>
              <a:ea typeface="Liberation Serif"/>
              <a:cs typeface="Liberation Serif"/>
            </a:endParaRPr>
          </a:p>
          <a:p>
            <a:pPr marL="0" marR="0">
              <a:buNone/>
            </a:pPr>
            <a:r>
              <a:rPr lang="en-US" sz="1000" b="1" dirty="0">
                <a:effectLst/>
                <a:latin typeface="Aptos Display" panose="020B0004020202020204" pitchFamily="34" charset="0"/>
                <a:ea typeface="Liberation Serif"/>
                <a:cs typeface="Liberation Serif"/>
              </a:rPr>
              <a:t>Implications</a:t>
            </a:r>
          </a:p>
          <a:p>
            <a:pPr marL="0" marR="0">
              <a:lnSpc>
                <a:spcPct val="150000"/>
              </a:lnSpc>
              <a:buNone/>
            </a:pPr>
            <a:r>
              <a:rPr lang="en-US" sz="1000" dirty="0">
                <a:effectLst/>
                <a:latin typeface="Aptos Display" panose="020B0004020202020204" pitchFamily="34" charset="0"/>
                <a:ea typeface="Liberation Serif"/>
                <a:cs typeface="Liberation Serif"/>
              </a:rPr>
              <a:t>Resource Disparities: Staten Island may lack adequate resources, leading to inefficiencies.</a:t>
            </a:r>
          </a:p>
          <a:p>
            <a:pPr marL="0" marR="0">
              <a:lnSpc>
                <a:spcPct val="150000"/>
              </a:lnSpc>
              <a:buNone/>
            </a:pPr>
            <a:r>
              <a:rPr lang="en-US" sz="1000" dirty="0">
                <a:effectLst/>
                <a:latin typeface="Aptos Display" panose="020B0004020202020204" pitchFamily="34" charset="0"/>
                <a:ea typeface="Liberation Serif"/>
                <a:cs typeface="Liberation Serif"/>
              </a:rPr>
              <a:t>Operational Efficiency: Differences in processing may indicate the need for improved operational practices.</a:t>
            </a:r>
          </a:p>
          <a:p>
            <a:pPr marL="0" marR="0">
              <a:lnSpc>
                <a:spcPct val="150000"/>
              </a:lnSpc>
              <a:buNone/>
            </a:pPr>
            <a:endParaRPr lang="en-US" sz="1000" dirty="0">
              <a:latin typeface="Aptos Display" panose="020B0004020202020204" pitchFamily="34" charset="0"/>
              <a:ea typeface="Liberation Serif"/>
              <a:cs typeface="Liberation Serif"/>
            </a:endParaRPr>
          </a:p>
          <a:p>
            <a:pPr marL="0" marR="0">
              <a:buNone/>
            </a:pPr>
            <a:r>
              <a:rPr lang="en-US" sz="1000" b="1" dirty="0">
                <a:effectLst/>
                <a:latin typeface="Aptos Display" panose="020B0004020202020204" pitchFamily="34" charset="0"/>
                <a:ea typeface="Liberation Serif"/>
                <a:cs typeface="Liberation Serif"/>
              </a:rPr>
              <a:t>Recommendations</a:t>
            </a:r>
          </a:p>
          <a:p>
            <a:pPr marL="0" marR="0">
              <a:lnSpc>
                <a:spcPct val="150000"/>
              </a:lnSpc>
              <a:buNone/>
            </a:pPr>
            <a:r>
              <a:rPr lang="en-US" sz="1000" dirty="0">
                <a:effectLst/>
                <a:latin typeface="Aptos Display" panose="020B0004020202020204" pitchFamily="34" charset="0"/>
                <a:ea typeface="Liberation Serif"/>
                <a:cs typeface="Liberation Serif"/>
              </a:rPr>
              <a:t>Increase Resources: Allocate more staff and resources to Staten Island.</a:t>
            </a:r>
          </a:p>
          <a:p>
            <a:pPr marL="0" marR="0">
              <a:lnSpc>
                <a:spcPct val="150000"/>
              </a:lnSpc>
              <a:buNone/>
            </a:pPr>
            <a:r>
              <a:rPr lang="en-US" sz="1000" dirty="0">
                <a:effectLst/>
                <a:latin typeface="Aptos Display" panose="020B0004020202020204" pitchFamily="34" charset="0"/>
                <a:ea typeface="Liberation Serif"/>
                <a:cs typeface="Liberation Serif"/>
              </a:rPr>
              <a:t>Regular Monitoring: Establish ongoing tracking of resolution times for accountability.</a:t>
            </a:r>
            <a:r>
              <a:rPr lang="en-GB" sz="1000" dirty="0">
                <a:effectLst/>
                <a:latin typeface="Aptos Display" panose="020B0004020202020204" pitchFamily="34" charset="0"/>
                <a:ea typeface="Liberation Serif"/>
                <a:cs typeface="Liberation Serif"/>
              </a:rPr>
              <a:t> </a:t>
            </a:r>
            <a:endParaRPr lang="en-US" sz="1000" dirty="0">
              <a:effectLst/>
              <a:latin typeface="Aptos Display" panose="020B0004020202020204" pitchFamily="34" charset="0"/>
              <a:ea typeface="Liberation Serif"/>
              <a:cs typeface="Liberation Serif"/>
            </a:endParaRPr>
          </a:p>
        </p:txBody>
      </p:sp>
      <p:pic>
        <p:nvPicPr>
          <p:cNvPr id="3" name="Picture 2">
            <a:extLst>
              <a:ext uri="{FF2B5EF4-FFF2-40B4-BE49-F238E27FC236}">
                <a16:creationId xmlns:a16="http://schemas.microsoft.com/office/drawing/2014/main" id="{0F77ACD1-D74D-2EAD-79E1-3919BCBADED4}"/>
              </a:ext>
            </a:extLst>
          </p:cNvPr>
          <p:cNvPicPr>
            <a:picLocks noChangeAspect="1"/>
          </p:cNvPicPr>
          <p:nvPr/>
        </p:nvPicPr>
        <p:blipFill>
          <a:blip r:embed="rId4"/>
          <a:stretch>
            <a:fillRect/>
          </a:stretch>
        </p:blipFill>
        <p:spPr>
          <a:xfrm>
            <a:off x="6310996" y="899928"/>
            <a:ext cx="4555927" cy="4415022"/>
          </a:xfrm>
          <a:prstGeom prst="rect">
            <a:avLst/>
          </a:prstGeom>
        </p:spPr>
      </p:pic>
    </p:spTree>
    <p:extLst>
      <p:ext uri="{BB962C8B-B14F-4D97-AF65-F5344CB8AC3E}">
        <p14:creationId xmlns:p14="http://schemas.microsoft.com/office/powerpoint/2010/main" val="1931370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9325F-E9C5-B705-2D32-97A20DB6638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B54767C-3A70-865A-2ADC-9F7A21C881A1}"/>
              </a:ext>
            </a:extLst>
          </p:cNvPr>
          <p:cNvSpPr>
            <a:spLocks noGrp="1"/>
          </p:cNvSpPr>
          <p:nvPr>
            <p:ph type="title"/>
          </p:nvPr>
        </p:nvSpPr>
        <p:spPr>
          <a:xfrm>
            <a:off x="37354" y="177616"/>
            <a:ext cx="8217646" cy="694082"/>
          </a:xfrm>
        </p:spPr>
        <p:txBody>
          <a:bodyPr/>
          <a:lstStyle/>
          <a:p>
            <a:r>
              <a:rPr lang="en-US" sz="3600" b="1" dirty="0">
                <a:effectLst/>
                <a:latin typeface="Aptos" panose="020B0004020202020204" pitchFamily="34" charset="0"/>
                <a:ea typeface="Aptos" panose="020B0004020202020204" pitchFamily="34" charset="0"/>
                <a:cs typeface="Times New Roman" panose="02020603050405020304" pitchFamily="18" charset="0"/>
              </a:rPr>
              <a:t> </a:t>
            </a:r>
            <a:r>
              <a:rPr lang="en-US" sz="3600" b="1" dirty="0">
                <a:latin typeface="Aptos" panose="020B0004020202020204" pitchFamily="34" charset="0"/>
                <a:ea typeface="Aptos" panose="020B0004020202020204" pitchFamily="34" charset="0"/>
                <a:cs typeface="Times New Roman" panose="02020603050405020304" pitchFamily="18" charset="0"/>
              </a:rPr>
              <a:t>Conclusion:</a:t>
            </a:r>
            <a:endParaRPr lang="en-US" sz="4400" dirty="0"/>
          </a:p>
        </p:txBody>
      </p:sp>
      <p:pic>
        <p:nvPicPr>
          <p:cNvPr id="3" name="Picture 2">
            <a:extLst>
              <a:ext uri="{FF2B5EF4-FFF2-40B4-BE49-F238E27FC236}">
                <a16:creationId xmlns:a16="http://schemas.microsoft.com/office/drawing/2014/main" id="{B9EC4DAD-32E1-DA23-7B84-0B887E41DDC4}"/>
              </a:ext>
            </a:extLst>
          </p:cNvPr>
          <p:cNvPicPr>
            <a:picLocks noChangeAspect="1"/>
          </p:cNvPicPr>
          <p:nvPr/>
        </p:nvPicPr>
        <p:blipFill>
          <a:blip r:embed="rId2"/>
          <a:stretch>
            <a:fillRect/>
          </a:stretch>
        </p:blipFill>
        <p:spPr>
          <a:xfrm>
            <a:off x="4784616" y="3449249"/>
            <a:ext cx="5195997" cy="569101"/>
          </a:xfrm>
          <a:prstGeom prst="rect">
            <a:avLst/>
          </a:prstGeom>
          <a:noFill/>
        </p:spPr>
      </p:pic>
      <p:sp>
        <p:nvSpPr>
          <p:cNvPr id="10" name="Text Placeholder 3">
            <a:extLst>
              <a:ext uri="{FF2B5EF4-FFF2-40B4-BE49-F238E27FC236}">
                <a16:creationId xmlns:a16="http://schemas.microsoft.com/office/drawing/2014/main" id="{04474E43-4228-C4E3-2F65-D0F507CA0276}"/>
              </a:ext>
            </a:extLst>
          </p:cNvPr>
          <p:cNvSpPr>
            <a:spLocks noGrp="1"/>
          </p:cNvSpPr>
          <p:nvPr>
            <p:ph type="body" sz="half" idx="2"/>
          </p:nvPr>
        </p:nvSpPr>
        <p:spPr>
          <a:xfrm>
            <a:off x="275166" y="1191682"/>
            <a:ext cx="11603567" cy="5218307"/>
          </a:xfrm>
        </p:spPr>
        <p:txBody>
          <a:bodyPr>
            <a:normAutofit/>
          </a:bodyPr>
          <a:lstStyle/>
          <a:p>
            <a:r>
              <a:rPr lang="en-US" b="1" dirty="0">
                <a:latin typeface="Aptos" panose="020B0004020202020204" pitchFamily="34" charset="0"/>
              </a:rPr>
              <a:t>Complaint and Violation Trends</a:t>
            </a:r>
            <a:r>
              <a:rPr lang="en-US" dirty="0">
                <a:latin typeface="Aptos" panose="020B0004020202020204" pitchFamily="34" charset="0"/>
              </a:rPr>
              <a:t>:</a:t>
            </a:r>
          </a:p>
          <a:p>
            <a:r>
              <a:rPr lang="en-US" dirty="0">
                <a:latin typeface="Aptos" panose="020B0004020202020204" pitchFamily="34" charset="0"/>
              </a:rPr>
              <a:t>Brooklyn records the highest number of complaints, but a lower percentage of them turn into violations.</a:t>
            </a:r>
          </a:p>
          <a:p>
            <a:r>
              <a:rPr lang="en-US" dirty="0">
                <a:latin typeface="Aptos" panose="020B0004020202020204" pitchFamily="34" charset="0"/>
              </a:rPr>
              <a:t>The Bronx has the highest violation rate (~22), suggesting more severe issues.</a:t>
            </a:r>
          </a:p>
          <a:p>
            <a:endParaRPr lang="en-US" dirty="0">
              <a:latin typeface="Aptos" panose="020B0004020202020204" pitchFamily="34" charset="0"/>
            </a:endParaRPr>
          </a:p>
          <a:p>
            <a:r>
              <a:rPr lang="en-US" b="1" dirty="0">
                <a:latin typeface="Aptos" panose="020B0004020202020204" pitchFamily="34" charset="0"/>
              </a:rPr>
              <a:t>Resolution Efficiency</a:t>
            </a:r>
            <a:r>
              <a:rPr lang="en-US" dirty="0">
                <a:latin typeface="Aptos" panose="020B0004020202020204" pitchFamily="34" charset="0"/>
              </a:rPr>
              <a:t>:</a:t>
            </a:r>
          </a:p>
          <a:p>
            <a:r>
              <a:rPr lang="en-US" dirty="0">
                <a:latin typeface="Aptos" panose="020B0004020202020204" pitchFamily="34" charset="0"/>
              </a:rPr>
              <a:t>Brooklyn, The Bronx and Manhattan resolve violations faster, whereas Staten Island experiences prolonged resolution times, indicating systemic inefficiencies.</a:t>
            </a:r>
          </a:p>
          <a:p>
            <a:r>
              <a:rPr lang="en-US" dirty="0">
                <a:latin typeface="Aptos" panose="020B0004020202020204" pitchFamily="34" charset="0"/>
              </a:rPr>
              <a:t>High-priority violations take approximately 23 days to resolve, but lower-priority issues can take nearly three months.</a:t>
            </a:r>
          </a:p>
          <a:p>
            <a:endParaRPr lang="en-US" dirty="0">
              <a:latin typeface="Aptos" panose="020B0004020202020204" pitchFamily="34" charset="0"/>
            </a:endParaRPr>
          </a:p>
          <a:p>
            <a:r>
              <a:rPr lang="en-US" b="1" dirty="0">
                <a:latin typeface="Aptos" panose="020B0004020202020204" pitchFamily="34" charset="0"/>
              </a:rPr>
              <a:t>Geographic &amp; Seasonal Insights</a:t>
            </a:r>
            <a:r>
              <a:rPr lang="en-US" dirty="0">
                <a:latin typeface="Aptos" panose="020B0004020202020204" pitchFamily="34" charset="0"/>
              </a:rPr>
              <a:t>:</a:t>
            </a:r>
          </a:p>
          <a:p>
            <a:r>
              <a:rPr lang="en-US" dirty="0">
                <a:latin typeface="Aptos" panose="020B0004020202020204" pitchFamily="34" charset="0"/>
              </a:rPr>
              <a:t>Complaint hotspots are concentrated in Brooklyn and the Bronx, highlighting the need for targeted enforcement.</a:t>
            </a:r>
          </a:p>
          <a:p>
            <a:r>
              <a:rPr lang="en-US" dirty="0">
                <a:latin typeface="Aptos" panose="020B0004020202020204" pitchFamily="34" charset="0"/>
              </a:rPr>
              <a:t>Heat/Hot Water complaints peak in winter, suggesting a need for proactive interventions during colder months.</a:t>
            </a:r>
          </a:p>
          <a:p>
            <a:endParaRPr lang="en-US" dirty="0">
              <a:latin typeface="Aptos" panose="020B0004020202020204" pitchFamily="34" charset="0"/>
            </a:endParaRPr>
          </a:p>
          <a:p>
            <a:r>
              <a:rPr lang="en-US" b="1" dirty="0">
                <a:latin typeface="Aptos" panose="020B0004020202020204" pitchFamily="34" charset="0"/>
              </a:rPr>
              <a:t>Long-Term Trends &amp; Policy Implications</a:t>
            </a:r>
            <a:r>
              <a:rPr lang="en-US" dirty="0">
                <a:latin typeface="Aptos" panose="020B0004020202020204" pitchFamily="34" charset="0"/>
              </a:rPr>
              <a:t>:</a:t>
            </a:r>
          </a:p>
          <a:p>
            <a:r>
              <a:rPr lang="en-US" dirty="0">
                <a:latin typeface="Aptos" panose="020B0004020202020204" pitchFamily="34" charset="0"/>
              </a:rPr>
              <a:t>While the number of resolved complaints has increased significantly over the years up to 2024, the rise in open complaints suggests a growing backlog.</a:t>
            </a:r>
          </a:p>
          <a:p>
            <a:endParaRPr lang="en-US" dirty="0">
              <a:latin typeface="Aptos" panose="020B0004020202020204" pitchFamily="34" charset="0"/>
            </a:endParaRPr>
          </a:p>
          <a:p>
            <a:endParaRPr lang="en-US" dirty="0">
              <a:latin typeface="Aptos" panose="020B0004020202020204" pitchFamily="34" charset="0"/>
            </a:endParaRPr>
          </a:p>
          <a:p>
            <a:endParaRPr lang="en-US" dirty="0"/>
          </a:p>
        </p:txBody>
      </p:sp>
    </p:spTree>
    <p:extLst>
      <p:ext uri="{BB962C8B-B14F-4D97-AF65-F5344CB8AC3E}">
        <p14:creationId xmlns:p14="http://schemas.microsoft.com/office/powerpoint/2010/main" val="3236752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D8A7F04B-CA2C-E370-5059-A0E04C31BED3}"/>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CF972093-2ADD-BFCB-536E-373B0B1FEB91}"/>
              </a:ext>
            </a:extLst>
          </p:cNvPr>
          <p:cNvPicPr>
            <a:picLocks noChangeAspect="1"/>
          </p:cNvPicPr>
          <p:nvPr/>
        </p:nvPicPr>
        <p:blipFill>
          <a:blip r:embed="rId3"/>
          <a:srcRect l="27966" r="12716" b="-1"/>
          <a:stretch>
            <a:fillRect/>
          </a:stretch>
        </p:blipFill>
        <p:spPr>
          <a:xfrm>
            <a:off x="1593" y="10"/>
            <a:ext cx="6094407" cy="6857990"/>
          </a:xfrm>
          <a:prstGeom prst="rect">
            <a:avLst/>
          </a:prstGeom>
        </p:spPr>
      </p:pic>
      <p:sp>
        <p:nvSpPr>
          <p:cNvPr id="10" name="Content Placeholder 9">
            <a:extLst>
              <a:ext uri="{FF2B5EF4-FFF2-40B4-BE49-F238E27FC236}">
                <a16:creationId xmlns:a16="http://schemas.microsoft.com/office/drawing/2014/main" id="{C4148CFF-948C-A314-BE6D-14657A6393D4}"/>
              </a:ext>
            </a:extLst>
          </p:cNvPr>
          <p:cNvSpPr>
            <a:spLocks noGrp="1"/>
          </p:cNvSpPr>
          <p:nvPr>
            <p:ph idx="1"/>
          </p:nvPr>
        </p:nvSpPr>
        <p:spPr>
          <a:xfrm>
            <a:off x="6210300" y="173567"/>
            <a:ext cx="5672667" cy="6196235"/>
          </a:xfrm>
        </p:spPr>
        <p:txBody>
          <a:bodyPr>
            <a:normAutofit/>
          </a:bodyPr>
          <a:lstStyle/>
          <a:p>
            <a:pPr marL="0" marR="0">
              <a:lnSpc>
                <a:spcPct val="115000"/>
              </a:lnSpc>
              <a:spcAft>
                <a:spcPts val="800"/>
              </a:spcAft>
              <a:buNone/>
            </a:pPr>
            <a:r>
              <a:rPr lang="en-US" sz="1800" b="1" i="1" kern="100" dirty="0">
                <a:effectLst/>
                <a:latin typeface="Aptos" panose="020B0004020202020204" pitchFamily="34" charset="0"/>
                <a:ea typeface="Aptos" panose="020B0004020202020204" pitchFamily="34" charset="0"/>
                <a:cs typeface="Times New Roman" panose="02020603050405020304" pitchFamily="18" charset="0"/>
              </a:rPr>
              <a:t>Key Findings &amp; Next Steps</a:t>
            </a:r>
          </a:p>
          <a:p>
            <a:pPr marL="0" indent="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With the right strategy, Urban Edge can:</a:t>
            </a:r>
          </a:p>
          <a:p>
            <a:pPr marL="0">
              <a:lnSpc>
                <a:spcPct val="115000"/>
              </a:lnSpc>
              <a:spcAft>
                <a:spcPts val="800"/>
              </a:spcAft>
              <a:buFont typeface="Courier New" panose="02070309020205020404" pitchFamily="49" charset="0"/>
              <a:buChar char="o"/>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Stabilize underperforming assets (The Bronx)</a:t>
            </a:r>
          </a:p>
          <a:p>
            <a:pPr marL="0">
              <a:lnSpc>
                <a:spcPct val="115000"/>
              </a:lnSpc>
              <a:spcAft>
                <a:spcPts val="800"/>
              </a:spcAft>
              <a:buFont typeface="Courier New" panose="02070309020205020404" pitchFamily="49" charset="0"/>
              <a:buChar char="o"/>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Uncover hidden risks (Queens &amp; Staten Island)</a:t>
            </a:r>
          </a:p>
          <a:p>
            <a:pPr marL="0">
              <a:lnSpc>
                <a:spcPct val="115000"/>
              </a:lnSpc>
              <a:spcAft>
                <a:spcPts val="800"/>
              </a:spcAft>
              <a:buFont typeface="Courier New" panose="02070309020205020404" pitchFamily="49" charset="0"/>
              <a:buChar char="o"/>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Build seasonal resilience across all properties</a:t>
            </a:r>
          </a:p>
          <a:p>
            <a:pPr marL="0">
              <a:lnSpc>
                <a:spcPct val="115000"/>
              </a:lnSpc>
              <a:spcAft>
                <a:spcPts val="800"/>
              </a:spcAft>
              <a:buFont typeface="Courier New" panose="02070309020205020404" pitchFamily="49" charset="0"/>
              <a:buChar char="o"/>
            </a:pPr>
            <a:r>
              <a:rPr lang="en-US" sz="1800" kern="100" dirty="0">
                <a:latin typeface="Aptos" panose="020B0004020202020204" pitchFamily="34" charset="0"/>
                <a:ea typeface="Aptos" panose="020B0004020202020204" pitchFamily="34" charset="0"/>
                <a:cs typeface="Times New Roman" panose="02020603050405020304" pitchFamily="18" charset="0"/>
              </a:rPr>
              <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xplore and replicate operational practices from Brooklyn, such as:	</a:t>
            </a:r>
          </a:p>
          <a:p>
            <a:pPr marL="800100" lvl="2">
              <a:lnSpc>
                <a:spcPct val="115000"/>
              </a:lnSpc>
              <a:spcAft>
                <a:spcPts val="800"/>
              </a:spcAft>
              <a:buFont typeface="Courier New" panose="02070309020205020404" pitchFamily="49" charset="0"/>
              <a:buChar char="o"/>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Maintenance protocols,	</a:t>
            </a:r>
          </a:p>
          <a:p>
            <a:pPr marL="800100" lvl="2">
              <a:lnSpc>
                <a:spcPct val="115000"/>
              </a:lnSpc>
              <a:spcAft>
                <a:spcPts val="800"/>
              </a:spcAft>
              <a:buFont typeface="Courier New" panose="02070309020205020404" pitchFamily="49" charset="0"/>
              <a:buChar char="o"/>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Tenant communication systems,	</a:t>
            </a:r>
          </a:p>
          <a:p>
            <a:pPr marL="800100" lvl="2">
              <a:lnSpc>
                <a:spcPct val="115000"/>
              </a:lnSpc>
              <a:spcAft>
                <a:spcPts val="800"/>
              </a:spcAft>
              <a:buFont typeface="Courier New" panose="02070309020205020404" pitchFamily="49" charset="0"/>
              <a:buChar char="o"/>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Compliance management frameworks.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data isn’t just informative — it’s actionable. And we’re here to help you use it to build trust, raise standards, and realize the full value of your investment.</a:t>
            </a:r>
          </a:p>
        </p:txBody>
      </p:sp>
    </p:spTree>
    <p:extLst>
      <p:ext uri="{BB962C8B-B14F-4D97-AF65-F5344CB8AC3E}">
        <p14:creationId xmlns:p14="http://schemas.microsoft.com/office/powerpoint/2010/main" val="3539802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7D9E2B1E-5900-ADCA-D7E5-DF42387B409D}"/>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C1599F3F-242A-FF7F-1AD4-D202689A16D7}"/>
              </a:ext>
            </a:extLst>
          </p:cNvPr>
          <p:cNvPicPr>
            <a:picLocks noChangeAspect="1"/>
          </p:cNvPicPr>
          <p:nvPr/>
        </p:nvPicPr>
        <p:blipFill>
          <a:blip r:embed="rId3"/>
          <a:srcRect l="27966" r="12716" b="-1"/>
          <a:stretch>
            <a:fillRect/>
          </a:stretch>
        </p:blipFill>
        <p:spPr>
          <a:xfrm>
            <a:off x="-2" y="101610"/>
            <a:ext cx="5847381" cy="6580014"/>
          </a:xfrm>
          <a:prstGeom prst="rect">
            <a:avLst/>
          </a:prstGeom>
        </p:spPr>
      </p:pic>
      <p:sp>
        <p:nvSpPr>
          <p:cNvPr id="10" name="Content Placeholder 9">
            <a:extLst>
              <a:ext uri="{FF2B5EF4-FFF2-40B4-BE49-F238E27FC236}">
                <a16:creationId xmlns:a16="http://schemas.microsoft.com/office/drawing/2014/main" id="{8168E54A-5B7E-4268-A173-EA7ABCCEDB3F}"/>
              </a:ext>
            </a:extLst>
          </p:cNvPr>
          <p:cNvSpPr>
            <a:spLocks noGrp="1"/>
          </p:cNvSpPr>
          <p:nvPr>
            <p:ph idx="1"/>
          </p:nvPr>
        </p:nvSpPr>
        <p:spPr>
          <a:xfrm>
            <a:off x="6210300" y="300567"/>
            <a:ext cx="5847381" cy="6069235"/>
          </a:xfrm>
        </p:spPr>
        <p:txBody>
          <a:bodyPr>
            <a:normAutofit/>
          </a:bodyPr>
          <a:lstStyle/>
          <a:p>
            <a:pPr marL="0" marR="0">
              <a:lnSpc>
                <a:spcPct val="115000"/>
              </a:lnSpc>
              <a:spcAft>
                <a:spcPts val="800"/>
              </a:spcAft>
              <a:buNone/>
            </a:pPr>
            <a:r>
              <a:rPr lang="en-US" sz="1400" i="1" kern="100" dirty="0">
                <a:effectLst/>
                <a:latin typeface="Aptos" panose="020B0004020202020204" pitchFamily="34" charset="0"/>
                <a:ea typeface="Aptos" panose="020B0004020202020204" pitchFamily="34" charset="0"/>
                <a:cs typeface="Times New Roman" panose="02020603050405020304" pitchFamily="18" charset="0"/>
              </a:rPr>
              <a:t>How Can We Improve NYC Housing Conditions?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Proposed Actions: </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Targeted interventions in Bronx &amp; Brooklyn.</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Resource reallocation to reduce backlog.</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Policy reform to streamline low-priority violations.</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More frequent inspections to prevent issues before complaints arise.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Final Thought: </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i="1" kern="100" dirty="0">
                <a:effectLst/>
                <a:latin typeface="Aptos" panose="020B0004020202020204" pitchFamily="34" charset="0"/>
                <a:ea typeface="Aptos" panose="020B0004020202020204" pitchFamily="34" charset="0"/>
                <a:cs typeface="Times New Roman" panose="02020603050405020304" pitchFamily="18" charset="0"/>
              </a:rPr>
              <a:t>Data is a powerful tool for improving city enforcement towards livability in NYC — let’s use it</a:t>
            </a:r>
            <a:endParaRPr lang="en-US" sz="1400" i="1" kern="100" dirty="0">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endParaRPr lang="en-US" sz="1400" i="1"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8393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Title 1"/>
          <p:cNvSpPr>
            <a:spLocks noGrp="1"/>
          </p:cNvSpPr>
          <p:nvPr>
            <p:ph type="ctrTitle"/>
          </p:nvPr>
        </p:nvSpPr>
        <p:spPr>
          <a:xfrm>
            <a:off x="7400518" y="1447800"/>
            <a:ext cx="4143781" cy="3096987"/>
          </a:xfrm>
        </p:spPr>
        <p:txBody>
          <a:bodyPr lIns="0" tIns="0" rIns="0" bIns="0">
            <a:normAutofit/>
          </a:bodyPr>
          <a:lstStyle/>
          <a:p>
            <a:r>
              <a:rPr lang="en-US" sz="5400" b="1"/>
              <a:t>Thank You</a:t>
            </a:r>
            <a:endParaRPr lang="en-US" sz="5400"/>
          </a:p>
        </p:txBody>
      </p:sp>
      <p:sp>
        <p:nvSpPr>
          <p:cNvPr id="20" name="Freeform: Shape 19"/>
          <p:cNvSpPr>
            <a:spLocks noGrp="1" noRot="1" noChangeAspect="1" noMove="1" noResize="1" noEditPoints="1" noAdjustHandles="1" noChangeArrowheads="1" noChangeShapeType="1" noTextEdit="1"/>
          </p:cNvSpPr>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solidFill>
            <a:srgbClr val="FFFFFF"/>
          </a:solidFill>
          <a:ln>
            <a:noFill/>
          </a:ln>
        </p:spPr>
        <p:txBody>
          <a:bodyPr/>
          <a:lstStyle/>
          <a:p>
            <a:endParaRPr lang="en-US"/>
          </a:p>
        </p:txBody>
      </p:sp>
      <p:pic>
        <p:nvPicPr>
          <p:cNvPr id="6" name="Picture 5" descr="This image is an icon that says &quot;24Slides.&quot;">
            <a:hlinkClick r:id="rId4"/>
          </p:cNvPr>
          <p:cNvPicPr>
            <a:picLocks noChangeAspect="1"/>
          </p:cNvPicPr>
          <p:nvPr/>
        </p:nvPicPr>
        <p:blipFill>
          <a:blip r:embed="rId5"/>
          <a:stretch>
            <a:fillRect/>
          </a:stretch>
        </p:blipFill>
        <p:spPr>
          <a:xfrm>
            <a:off x="643855" y="929621"/>
            <a:ext cx="5454404" cy="1560149"/>
          </a:xfrm>
          <a:prstGeom prst="rect">
            <a:avLst/>
          </a:prstGeom>
          <a:effectLst/>
        </p:spPr>
      </p:pic>
      <p:sp>
        <p:nvSpPr>
          <p:cNvPr id="22" name="Freeform 27"/>
          <p:cNvSpPr>
            <a:spLocks noGrp="1" noRot="1" noChangeAspect="1" noMove="1" noResize="1" noEditPoints="1" noAdjustHandles="1" noChangeArrowheads="1" noChangeShapeType="1" noTextEdit="1"/>
          </p:cNvSpPr>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grpSp>
        <p:nvGrpSpPr>
          <p:cNvPr id="11" name="Group 10"/>
          <p:cNvGrpSpPr/>
          <p:nvPr/>
        </p:nvGrpSpPr>
        <p:grpSpPr>
          <a:xfrm>
            <a:off x="1804314" y="2878375"/>
            <a:ext cx="3129642" cy="3331464"/>
            <a:chOff x="4325258" y="1229517"/>
            <a:chExt cx="3541486" cy="3769865"/>
          </a:xfrm>
        </p:grpSpPr>
        <p:sp>
          <p:nvSpPr>
            <p:cNvPr id="12" name="Diamond 11"/>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FD05317-60D6-4B3A-8545-888496D1A8EC}">
  <ds:schemaRefs/>
</ds:datastoreItem>
</file>

<file path=customXml/itemProps2.xml><?xml version="1.0" encoding="utf-8"?>
<ds:datastoreItem xmlns:ds="http://schemas.openxmlformats.org/officeDocument/2006/customXml" ds:itemID="{61A00BBF-EEBB-4E18-B8CB-F926EAAC48F7}">
  <ds:schemaRefs/>
</ds:datastoreItem>
</file>

<file path=customXml/itemProps3.xml><?xml version="1.0" encoding="utf-8"?>
<ds:datastoreItem xmlns:ds="http://schemas.openxmlformats.org/officeDocument/2006/customXml" ds:itemID="{EF609EDA-869E-4BE5-AE5D-B898C584B6FF}">
  <ds:schemaRefs/>
</ds:datastoreItem>
</file>

<file path=docProps/app.xml><?xml version="1.0" encoding="utf-8"?>
<Properties xmlns="http://schemas.openxmlformats.org/officeDocument/2006/extended-properties" xmlns:vt="http://schemas.openxmlformats.org/officeDocument/2006/docPropsVTypes">
  <Template>Ion</Template>
  <TotalTime>4021</TotalTime>
  <Words>1888</Words>
  <Application>Microsoft Office PowerPoint</Application>
  <PresentationFormat>Widescreen</PresentationFormat>
  <Paragraphs>178</Paragraphs>
  <Slides>18</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Aptos</vt:lpstr>
      <vt:lpstr>Aptos Display</vt:lpstr>
      <vt:lpstr>Arial</vt:lpstr>
      <vt:lpstr>Calibri</vt:lpstr>
      <vt:lpstr>Century Gothic</vt:lpstr>
      <vt:lpstr>Courier New</vt:lpstr>
      <vt:lpstr>Liberation Serif</vt:lpstr>
      <vt:lpstr>Symbol</vt:lpstr>
      <vt:lpstr>Times New Roman</vt:lpstr>
      <vt:lpstr>Wingdings 3</vt:lpstr>
      <vt:lpstr>Ion</vt:lpstr>
      <vt:lpstr>PowerPoint Presentation</vt:lpstr>
      <vt:lpstr>PowerPoint Presentation</vt:lpstr>
      <vt:lpstr>STORY</vt:lpstr>
      <vt:lpstr> SPONSOR OVERVIEW</vt:lpstr>
      <vt:lpstr> Urban Edge OBJECTIVES</vt:lpstr>
      <vt:lpstr> NextGen INSIGHTS TO DELIVER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Conclusion: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Bekithemba Nkomo</dc:creator>
  <cp:lastModifiedBy>Bekithemba Nkomo [student]</cp:lastModifiedBy>
  <cp:revision>3</cp:revision>
  <dcterms:created xsi:type="dcterms:W3CDTF">2025-02-23T19:13:00Z</dcterms:created>
  <dcterms:modified xsi:type="dcterms:W3CDTF">2025-04-22T22:24:58Z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7E83CEEB83FA4BD1868BB3B1B78FB76A_12</vt:lpwstr>
  </property>
  <property fmtid="{D5CDD505-2E9C-101B-9397-08002B2CF9AE}" pid="4" name="KSOProductBuildVer">
    <vt:lpwstr>1033-12.2.0.20323</vt:lpwstr>
  </property>
  <property fmtid="{D5CDD505-2E9C-101B-9397-08002B2CF9AE}" pid="5" name="MSIP_Label_7d5cc670-d7c5-4a29-b4fe-6ff77de08631_Enabled">
    <vt:lpwstr>true</vt:lpwstr>
  </property>
  <property fmtid="{D5CDD505-2E9C-101B-9397-08002B2CF9AE}" pid="6" name="MSIP_Label_7d5cc670-d7c5-4a29-b4fe-6ff77de08631_SetDate">
    <vt:lpwstr>2025-04-19T21:58:45Z</vt:lpwstr>
  </property>
  <property fmtid="{D5CDD505-2E9C-101B-9397-08002B2CF9AE}" pid="7" name="MSIP_Label_7d5cc670-d7c5-4a29-b4fe-6ff77de08631_Method">
    <vt:lpwstr>Standard</vt:lpwstr>
  </property>
  <property fmtid="{D5CDD505-2E9C-101B-9397-08002B2CF9AE}" pid="8" name="MSIP_Label_7d5cc670-d7c5-4a29-b4fe-6ff77de08631_Name">
    <vt:lpwstr>Internal</vt:lpwstr>
  </property>
  <property fmtid="{D5CDD505-2E9C-101B-9397-08002B2CF9AE}" pid="9" name="MSIP_Label_7d5cc670-d7c5-4a29-b4fe-6ff77de08631_SiteId">
    <vt:lpwstr>04c70eb4-8f26-4807-9934-e02e89266ad0</vt:lpwstr>
  </property>
  <property fmtid="{D5CDD505-2E9C-101B-9397-08002B2CF9AE}" pid="10" name="MSIP_Label_7d5cc670-d7c5-4a29-b4fe-6ff77de08631_ActionId">
    <vt:lpwstr>c7058bf8-06eb-45d0-b3f8-f7a6eb9e5482</vt:lpwstr>
  </property>
  <property fmtid="{D5CDD505-2E9C-101B-9397-08002B2CF9AE}" pid="11" name="MSIP_Label_7d5cc670-d7c5-4a29-b4fe-6ff77de08631_ContentBits">
    <vt:lpwstr>0</vt:lpwstr>
  </property>
  <property fmtid="{D5CDD505-2E9C-101B-9397-08002B2CF9AE}" pid="12" name="MSIP_Label_7d5cc670-d7c5-4a29-b4fe-6ff77de08631_Tag">
    <vt:lpwstr>10, 3, 0, 1</vt:lpwstr>
  </property>
</Properties>
</file>